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Ex1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ateusz.lukaszuk\Documents\viz\spotify_viz_exercises_solution_3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eusz.lukaszuk\Documents\viz\spotify_viz_exercises_solution_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file:///C:\Users\mateusz.lukaszuk\Documents\viz\spotify_viz_exercises_solution_3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Artists with the </a:t>
            </a:r>
            <a:r>
              <a:rPr lang="pl-PL" b="1"/>
              <a:t>largest</a:t>
            </a:r>
            <a:r>
              <a:rPr lang="pl-PL"/>
              <a:t> number of songs in the list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solidFill>
                <a:srgbClr val="00B050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pivot_tables!$H$3:$H$22</c:f>
              <c:strCache>
                <c:ptCount val="20"/>
                <c:pt idx="0">
                  <c:v>Coldplay</c:v>
                </c:pt>
                <c:pt idx="1">
                  <c:v>Bruno Mars</c:v>
                </c:pt>
                <c:pt idx="2">
                  <c:v>Justin Timberlake</c:v>
                </c:pt>
                <c:pt idx="3">
                  <c:v>Jason Derulo</c:v>
                </c:pt>
                <c:pt idx="4">
                  <c:v>JAY-Z</c:v>
                </c:pt>
                <c:pt idx="5">
                  <c:v>Ariana Grande</c:v>
                </c:pt>
                <c:pt idx="6">
                  <c:v>Maroon 5</c:v>
                </c:pt>
                <c:pt idx="7">
                  <c:v>Black Eyed Peas</c:v>
                </c:pt>
                <c:pt idx="8">
                  <c:v>P!nk</c:v>
                </c:pt>
                <c:pt idx="9">
                  <c:v>Beyoncé</c:v>
                </c:pt>
                <c:pt idx="10">
                  <c:v>Chris Brown</c:v>
                </c:pt>
                <c:pt idx="11">
                  <c:v>Kanye West</c:v>
                </c:pt>
                <c:pt idx="12">
                  <c:v>Katy Perry</c:v>
                </c:pt>
                <c:pt idx="13">
                  <c:v>Taylor Swift</c:v>
                </c:pt>
                <c:pt idx="14">
                  <c:v>David Guetta</c:v>
                </c:pt>
                <c:pt idx="15">
                  <c:v>Britney Spears</c:v>
                </c:pt>
                <c:pt idx="16">
                  <c:v>Calvin Harris</c:v>
                </c:pt>
                <c:pt idx="17">
                  <c:v>Eminem</c:v>
                </c:pt>
                <c:pt idx="18">
                  <c:v>Drake</c:v>
                </c:pt>
                <c:pt idx="19">
                  <c:v>Rihanna</c:v>
                </c:pt>
              </c:strCache>
            </c:strRef>
          </c:cat>
          <c:val>
            <c:numRef>
              <c:f>pivot_tables!$I$3:$I$22</c:f>
              <c:numCache>
                <c:formatCode>General</c:formatCode>
                <c:ptCount val="20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  <c:pt idx="6">
                  <c:v>13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23</c:v>
                </c:pt>
                <c:pt idx="19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3E-4CF7-830E-68A00C24DD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6001743"/>
        <c:axId val="26002159"/>
      </c:barChart>
      <c:catAx>
        <c:axId val="26001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02159"/>
        <c:crosses val="autoZero"/>
        <c:auto val="1"/>
        <c:lblAlgn val="ctr"/>
        <c:lblOffset val="100"/>
        <c:noMultiLvlLbl val="0"/>
      </c:catAx>
      <c:valAx>
        <c:axId val="26002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001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% of negative songs</c:v>
          </c:tx>
          <c:spPr>
            <a:solidFill>
              <a:srgbClr val="FF7C80"/>
            </a:solidFill>
            <a:ln>
              <a:noFill/>
            </a:ln>
            <a:effectLst/>
          </c:spPr>
          <c:invertIfNegative val="0"/>
          <c:cat>
            <c:strRef>
              <c:f>pivot_tables!$K$3:$K$27</c:f>
              <c:strCache>
                <c:ptCount val="25"/>
                <c:pt idx="0">
                  <c:v>Coldplay</c:v>
                </c:pt>
                <c:pt idx="1">
                  <c:v>Ariana Grande</c:v>
                </c:pt>
                <c:pt idx="2">
                  <c:v>Kanye West</c:v>
                </c:pt>
                <c:pt idx="3">
                  <c:v>Drake</c:v>
                </c:pt>
                <c:pt idx="4">
                  <c:v>Avril Lavigne</c:v>
                </c:pt>
                <c:pt idx="5">
                  <c:v>Taylor Swift</c:v>
                </c:pt>
                <c:pt idx="6">
                  <c:v>David Guetta</c:v>
                </c:pt>
                <c:pt idx="7">
                  <c:v>Bruno Mars</c:v>
                </c:pt>
                <c:pt idx="8">
                  <c:v>Beyoncé</c:v>
                </c:pt>
                <c:pt idx="9">
                  <c:v>Avicii</c:v>
                </c:pt>
                <c:pt idx="10">
                  <c:v>Rihanna</c:v>
                </c:pt>
                <c:pt idx="11">
                  <c:v>Chris Brown</c:v>
                </c:pt>
                <c:pt idx="12">
                  <c:v>Black Eyed Peas</c:v>
                </c:pt>
                <c:pt idx="13">
                  <c:v>Eminem</c:v>
                </c:pt>
                <c:pt idx="14">
                  <c:v>JAY-Z</c:v>
                </c:pt>
                <c:pt idx="15">
                  <c:v>Katy Perry</c:v>
                </c:pt>
                <c:pt idx="16">
                  <c:v>Maroon 5</c:v>
                </c:pt>
                <c:pt idx="17">
                  <c:v>Flo Rida</c:v>
                </c:pt>
                <c:pt idx="18">
                  <c:v>P!nk</c:v>
                </c:pt>
                <c:pt idx="19">
                  <c:v>Justin Timberlake</c:v>
                </c:pt>
                <c:pt idx="20">
                  <c:v>Usher</c:v>
                </c:pt>
                <c:pt idx="21">
                  <c:v>Britney Spears</c:v>
                </c:pt>
                <c:pt idx="22">
                  <c:v>Calvin Harris</c:v>
                </c:pt>
                <c:pt idx="23">
                  <c:v>Nelly</c:v>
                </c:pt>
                <c:pt idx="24">
                  <c:v>Jason Derulo</c:v>
                </c:pt>
              </c:strCache>
            </c:strRef>
          </c:cat>
          <c:val>
            <c:numRef>
              <c:f>pivot_tables!$L$3:$L$17</c:f>
              <c:numCache>
                <c:formatCode>0.00%</c:formatCode>
                <c:ptCount val="15"/>
                <c:pt idx="0">
                  <c:v>0.90909090909090906</c:v>
                </c:pt>
                <c:pt idx="1">
                  <c:v>0.69230769230769229</c:v>
                </c:pt>
                <c:pt idx="2">
                  <c:v>0.625</c:v>
                </c:pt>
                <c:pt idx="3">
                  <c:v>0.60869565217391308</c:v>
                </c:pt>
                <c:pt idx="4">
                  <c:v>0.6</c:v>
                </c:pt>
                <c:pt idx="5">
                  <c:v>0.5625</c:v>
                </c:pt>
                <c:pt idx="6">
                  <c:v>0.55555555555555558</c:v>
                </c:pt>
                <c:pt idx="7">
                  <c:v>0.54545454545454541</c:v>
                </c:pt>
                <c:pt idx="8">
                  <c:v>0.5</c:v>
                </c:pt>
                <c:pt idx="9">
                  <c:v>0.5</c:v>
                </c:pt>
                <c:pt idx="10">
                  <c:v>0.39130434782608697</c:v>
                </c:pt>
                <c:pt idx="11">
                  <c:v>0.375</c:v>
                </c:pt>
                <c:pt idx="12">
                  <c:v>0.35714285714285715</c:v>
                </c:pt>
                <c:pt idx="13">
                  <c:v>0.33333333333333331</c:v>
                </c:pt>
                <c:pt idx="14">
                  <c:v>0.33333333333333331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46-413C-8C96-4CB3F7A5DB79}"/>
            </c:ext>
          </c:extLst>
        </c:ser>
        <c:ser>
          <c:idx val="1"/>
          <c:order val="1"/>
          <c:tx>
            <c:v>% of positive songs</c:v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pivot_tables!$K$3:$K$27</c:f>
              <c:strCache>
                <c:ptCount val="25"/>
                <c:pt idx="0">
                  <c:v>Coldplay</c:v>
                </c:pt>
                <c:pt idx="1">
                  <c:v>Ariana Grande</c:v>
                </c:pt>
                <c:pt idx="2">
                  <c:v>Kanye West</c:v>
                </c:pt>
                <c:pt idx="3">
                  <c:v>Drake</c:v>
                </c:pt>
                <c:pt idx="4">
                  <c:v>Avril Lavigne</c:v>
                </c:pt>
                <c:pt idx="5">
                  <c:v>Taylor Swift</c:v>
                </c:pt>
                <c:pt idx="6">
                  <c:v>David Guetta</c:v>
                </c:pt>
                <c:pt idx="7">
                  <c:v>Bruno Mars</c:v>
                </c:pt>
                <c:pt idx="8">
                  <c:v>Beyoncé</c:v>
                </c:pt>
                <c:pt idx="9">
                  <c:v>Avicii</c:v>
                </c:pt>
                <c:pt idx="10">
                  <c:v>Rihanna</c:v>
                </c:pt>
                <c:pt idx="11">
                  <c:v>Chris Brown</c:v>
                </c:pt>
                <c:pt idx="12">
                  <c:v>Black Eyed Peas</c:v>
                </c:pt>
                <c:pt idx="13">
                  <c:v>Eminem</c:v>
                </c:pt>
                <c:pt idx="14">
                  <c:v>JAY-Z</c:v>
                </c:pt>
                <c:pt idx="15">
                  <c:v>Katy Perry</c:v>
                </c:pt>
                <c:pt idx="16">
                  <c:v>Maroon 5</c:v>
                </c:pt>
                <c:pt idx="17">
                  <c:v>Flo Rida</c:v>
                </c:pt>
                <c:pt idx="18">
                  <c:v>P!nk</c:v>
                </c:pt>
                <c:pt idx="19">
                  <c:v>Justin Timberlake</c:v>
                </c:pt>
                <c:pt idx="20">
                  <c:v>Usher</c:v>
                </c:pt>
                <c:pt idx="21">
                  <c:v>Britney Spears</c:v>
                </c:pt>
                <c:pt idx="22">
                  <c:v>Calvin Harris</c:v>
                </c:pt>
                <c:pt idx="23">
                  <c:v>Nelly</c:v>
                </c:pt>
                <c:pt idx="24">
                  <c:v>Jason Derulo</c:v>
                </c:pt>
              </c:strCache>
            </c:strRef>
          </c:cat>
          <c:val>
            <c:numRef>
              <c:f>pivot_tables!$M$3:$M$17</c:f>
              <c:numCache>
                <c:formatCode>0.00%</c:formatCode>
                <c:ptCount val="15"/>
                <c:pt idx="0">
                  <c:v>9.0909090909090912E-2</c:v>
                </c:pt>
                <c:pt idx="1">
                  <c:v>0.30769230769230771</c:v>
                </c:pt>
                <c:pt idx="2">
                  <c:v>0.375</c:v>
                </c:pt>
                <c:pt idx="3">
                  <c:v>0.39130434782608697</c:v>
                </c:pt>
                <c:pt idx="4">
                  <c:v>0.4</c:v>
                </c:pt>
                <c:pt idx="5">
                  <c:v>0.4375</c:v>
                </c:pt>
                <c:pt idx="6">
                  <c:v>0.44444444444444442</c:v>
                </c:pt>
                <c:pt idx="7">
                  <c:v>0.45454545454545453</c:v>
                </c:pt>
                <c:pt idx="8">
                  <c:v>0.5</c:v>
                </c:pt>
                <c:pt idx="9">
                  <c:v>0.5</c:v>
                </c:pt>
                <c:pt idx="10">
                  <c:v>0.60869565217391308</c:v>
                </c:pt>
                <c:pt idx="11">
                  <c:v>0.625</c:v>
                </c:pt>
                <c:pt idx="12">
                  <c:v>0.6428571428571429</c:v>
                </c:pt>
                <c:pt idx="13">
                  <c:v>0.66666666666666663</c:v>
                </c:pt>
                <c:pt idx="14">
                  <c:v>0.66666666666666663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46-413C-8C96-4CB3F7A5DB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38065279"/>
        <c:axId val="238066111"/>
      </c:barChart>
      <c:catAx>
        <c:axId val="2380652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8066111"/>
        <c:crosses val="autoZero"/>
        <c:auto val="1"/>
        <c:lblAlgn val="ctr"/>
        <c:lblOffset val="100"/>
        <c:noMultiLvlLbl val="0"/>
      </c:catAx>
      <c:valAx>
        <c:axId val="238066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380652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pl-PL" sz="4400" b="0" i="0" u="none" strike="noStrike" kern="1200" spc="0" baseline="0" dirty="0" err="1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defRPr>
            </a:pPr>
            <a:r>
              <a:rPr lang="pl-PL" sz="1800" kern="1200" dirty="0" err="1">
                <a:solidFill>
                  <a:schemeClr val="tx1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Number of songs by release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pl-PL" sz="4400" b="0" i="0" u="none" strike="noStrike" kern="1200" spc="0" baseline="0" dirty="0" err="1">
              <a:solidFill>
                <a:schemeClr val="tx1"/>
              </a:solidFill>
              <a:latin typeface="Arial Rounded MT Bold" panose="020F0704030504030204" pitchFamily="34" charset="0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Number of songs by release year</c:v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Pt>
            <c:idx val="14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24A-41F2-8DDB-BEA30BBDCE38}"/>
              </c:ext>
            </c:extLst>
          </c:dPt>
          <c:dLbls>
            <c:dLbl>
              <c:idx val="14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24A-41F2-8DDB-BEA30BBDCE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pivot_tables!$K$55:$K$77</c:f>
              <c:numCache>
                <c:formatCode>General</c:formatCode>
                <c:ptCount val="23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</c:numCache>
            </c:numRef>
          </c:cat>
          <c:val>
            <c:numRef>
              <c:f>pivot_tables!$L$55:$L$77</c:f>
              <c:numCache>
                <c:formatCode>0</c:formatCode>
                <c:ptCount val="23"/>
                <c:pt idx="0">
                  <c:v>1</c:v>
                </c:pt>
                <c:pt idx="1">
                  <c:v>38</c:v>
                </c:pt>
                <c:pt idx="2">
                  <c:v>71</c:v>
                </c:pt>
                <c:pt idx="3">
                  <c:v>106</c:v>
                </c:pt>
                <c:pt idx="4">
                  <c:v>87</c:v>
                </c:pt>
                <c:pt idx="5">
                  <c:v>91</c:v>
                </c:pt>
                <c:pt idx="6">
                  <c:v>95</c:v>
                </c:pt>
                <c:pt idx="7">
                  <c:v>101</c:v>
                </c:pt>
                <c:pt idx="8">
                  <c:v>93</c:v>
                </c:pt>
                <c:pt idx="9">
                  <c:v>90</c:v>
                </c:pt>
                <c:pt idx="10">
                  <c:v>91</c:v>
                </c:pt>
                <c:pt idx="11">
                  <c:v>82</c:v>
                </c:pt>
                <c:pt idx="12">
                  <c:v>103</c:v>
                </c:pt>
                <c:pt idx="13">
                  <c:v>96</c:v>
                </c:pt>
                <c:pt idx="14">
                  <c:v>113</c:v>
                </c:pt>
                <c:pt idx="15">
                  <c:v>87</c:v>
                </c:pt>
                <c:pt idx="16">
                  <c:v>100</c:v>
                </c:pt>
                <c:pt idx="17">
                  <c:v>93</c:v>
                </c:pt>
                <c:pt idx="18">
                  <c:v>98</c:v>
                </c:pt>
                <c:pt idx="19">
                  <c:v>110</c:v>
                </c:pt>
                <c:pt idx="20">
                  <c:v>104</c:v>
                </c:pt>
                <c:pt idx="21">
                  <c:v>89</c:v>
                </c:pt>
                <c:pt idx="2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4A-41F2-8DDB-BEA30BBDCE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5536879"/>
        <c:axId val="435545615"/>
      </c:barChart>
      <c:catAx>
        <c:axId val="4355368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545615"/>
        <c:crosses val="autoZero"/>
        <c:auto val="1"/>
        <c:lblAlgn val="ctr"/>
        <c:lblOffset val="100"/>
        <c:noMultiLvlLbl val="0"/>
      </c:catAx>
      <c:valAx>
        <c:axId val="4355456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5368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Average </a:t>
            </a:r>
            <a:r>
              <a:rPr lang="en-US" sz="1600" b="1" dirty="0">
                <a:latin typeface="Arial Rounded MT Bold" panose="020F0704030504030204" pitchFamily="34" charset="0"/>
              </a:rPr>
              <a:t>song duration </a:t>
            </a:r>
            <a:r>
              <a:rPr lang="en-US" sz="1600" dirty="0">
                <a:latin typeface="Arial Rounded MT Bold" panose="020F0704030504030204" pitchFamily="34" charset="0"/>
              </a:rPr>
              <a:t>by release year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Average song duration by release year</c:v>
          </c:tx>
          <c:spPr>
            <a:ln>
              <a:solidFill>
                <a:srgbClr val="00B050"/>
              </a:solidFill>
            </a:ln>
          </c:spPr>
          <c:marker>
            <c:spPr>
              <a:solidFill>
                <a:srgbClr val="00B050"/>
              </a:solidFill>
              <a:ln>
                <a:solidFill>
                  <a:srgbClr val="00B050"/>
                </a:solidFill>
              </a:ln>
            </c:spPr>
          </c:marker>
          <c:cat>
            <c:numRef>
              <c:f>pivot_tables!$K$81:$K$102</c:f>
              <c:numCache>
                <c:formatCode>General</c:formatCode>
                <c:ptCount val="22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</c:numCache>
            </c:numRef>
          </c:cat>
          <c:val>
            <c:numRef>
              <c:f>pivot_tables!$L$81:$L$102</c:f>
              <c:numCache>
                <c:formatCode>0.00</c:formatCode>
                <c:ptCount val="22"/>
                <c:pt idx="0">
                  <c:v>215.46600000000001</c:v>
                </c:pt>
                <c:pt idx="1">
                  <c:v>253.38463157894731</c:v>
                </c:pt>
                <c:pt idx="2">
                  <c:v>250.9512816901408</c:v>
                </c:pt>
                <c:pt idx="3">
                  <c:v>242.87151886792449</c:v>
                </c:pt>
                <c:pt idx="4">
                  <c:v>252.77340229885058</c:v>
                </c:pt>
                <c:pt idx="5">
                  <c:v>236.6254395604395</c:v>
                </c:pt>
                <c:pt idx="6">
                  <c:v>233.70272631578945</c:v>
                </c:pt>
                <c:pt idx="7">
                  <c:v>237.34726732673258</c:v>
                </c:pt>
                <c:pt idx="8">
                  <c:v>238.12765591397846</c:v>
                </c:pt>
                <c:pt idx="9">
                  <c:v>232.15540000000004</c:v>
                </c:pt>
                <c:pt idx="10">
                  <c:v>234.39129670329675</c:v>
                </c:pt>
                <c:pt idx="11">
                  <c:v>235.66114634146334</c:v>
                </c:pt>
                <c:pt idx="12">
                  <c:v>220.72169902912606</c:v>
                </c:pt>
                <c:pt idx="13">
                  <c:v>228.66456249999996</c:v>
                </c:pt>
                <c:pt idx="14">
                  <c:v>223.75038053097347</c:v>
                </c:pt>
                <c:pt idx="15">
                  <c:v>230.98336781609203</c:v>
                </c:pt>
                <c:pt idx="16">
                  <c:v>219.87076000000008</c:v>
                </c:pt>
                <c:pt idx="17">
                  <c:v>219.05621505376351</c:v>
                </c:pt>
                <c:pt idx="18">
                  <c:v>220.45734693877554</c:v>
                </c:pt>
                <c:pt idx="19">
                  <c:v>212.36990000000006</c:v>
                </c:pt>
                <c:pt idx="20">
                  <c:v>208.4431923076923</c:v>
                </c:pt>
                <c:pt idx="21">
                  <c:v>196.72877528089873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03-49C9-B11A-F2171979DB7A}"/>
            </c:ext>
          </c:extLst>
        </c:ser>
        <c:ser>
          <c:idx val="0"/>
          <c:order val="1"/>
          <c:tx>
            <c:v>Average song duration by release year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pivot_tables!$K$81:$K$102</c:f>
              <c:numCache>
                <c:formatCode>General</c:formatCode>
                <c:ptCount val="22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</c:numCache>
            </c:numRef>
          </c:cat>
          <c:val>
            <c:numRef>
              <c:f>pivot_tables!$L$81:$L$102</c:f>
              <c:numCache>
                <c:formatCode>0.00</c:formatCode>
                <c:ptCount val="22"/>
                <c:pt idx="0">
                  <c:v>215.46600000000001</c:v>
                </c:pt>
                <c:pt idx="1">
                  <c:v>253.38463157894731</c:v>
                </c:pt>
                <c:pt idx="2">
                  <c:v>250.9512816901408</c:v>
                </c:pt>
                <c:pt idx="3">
                  <c:v>242.87151886792449</c:v>
                </c:pt>
                <c:pt idx="4">
                  <c:v>252.77340229885058</c:v>
                </c:pt>
                <c:pt idx="5">
                  <c:v>236.6254395604395</c:v>
                </c:pt>
                <c:pt idx="6">
                  <c:v>233.70272631578945</c:v>
                </c:pt>
                <c:pt idx="7">
                  <c:v>237.34726732673258</c:v>
                </c:pt>
                <c:pt idx="8">
                  <c:v>238.12765591397846</c:v>
                </c:pt>
                <c:pt idx="9">
                  <c:v>232.15540000000004</c:v>
                </c:pt>
                <c:pt idx="10">
                  <c:v>234.39129670329675</c:v>
                </c:pt>
                <c:pt idx="11">
                  <c:v>235.66114634146334</c:v>
                </c:pt>
                <c:pt idx="12">
                  <c:v>220.72169902912606</c:v>
                </c:pt>
                <c:pt idx="13">
                  <c:v>228.66456249999996</c:v>
                </c:pt>
                <c:pt idx="14">
                  <c:v>223.75038053097347</c:v>
                </c:pt>
                <c:pt idx="15">
                  <c:v>230.98336781609203</c:v>
                </c:pt>
                <c:pt idx="16">
                  <c:v>219.87076000000008</c:v>
                </c:pt>
                <c:pt idx="17">
                  <c:v>219.05621505376351</c:v>
                </c:pt>
                <c:pt idx="18">
                  <c:v>220.45734693877554</c:v>
                </c:pt>
                <c:pt idx="19">
                  <c:v>212.36990000000006</c:v>
                </c:pt>
                <c:pt idx="20">
                  <c:v>208.4431923076923</c:v>
                </c:pt>
                <c:pt idx="21">
                  <c:v>196.72877528089873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03-49C9-B11A-F2171979DB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013151"/>
        <c:axId val="24011903"/>
      </c:lineChart>
      <c:catAx>
        <c:axId val="2401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11903"/>
        <c:crosses val="autoZero"/>
        <c:auto val="1"/>
        <c:lblAlgn val="ctr"/>
        <c:lblOffset val="100"/>
        <c:noMultiLvlLbl val="0"/>
      </c:catAx>
      <c:valAx>
        <c:axId val="24011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13151"/>
        <c:crosses val="autoZero"/>
        <c:crossBetween val="between"/>
      </c:valAx>
    </c:plotArea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>
                <a:latin typeface="Arial Rounded MT Bold" panose="020F0704030504030204" pitchFamily="34" charset="0"/>
              </a:rPr>
              <a:t>Average </a:t>
            </a:r>
            <a:r>
              <a:rPr lang="pl-PL" sz="1600" b="1" dirty="0" err="1">
                <a:latin typeface="Arial Rounded MT Bold" panose="020F0704030504030204" pitchFamily="34" charset="0"/>
              </a:rPr>
              <a:t>song's</a:t>
            </a:r>
            <a:r>
              <a:rPr lang="pl-PL" sz="1600" b="1" baseline="0" dirty="0">
                <a:latin typeface="Arial Rounded MT Bold" panose="020F0704030504030204" pitchFamily="34" charset="0"/>
              </a:rPr>
              <a:t> tempo</a:t>
            </a:r>
            <a:r>
              <a:rPr lang="en-US" sz="1600" b="1" dirty="0"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latin typeface="Arial Rounded MT Bold" panose="020F0704030504030204" pitchFamily="34" charset="0"/>
              </a:rPr>
              <a:t>by release year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Average song's tempo by release year</c:v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cat>
            <c:numRef>
              <c:f>pivot_tables!$K$81:$K$102</c:f>
              <c:numCache>
                <c:formatCode>General</c:formatCode>
                <c:ptCount val="22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</c:numCache>
            </c:numRef>
          </c:cat>
          <c:val>
            <c:numRef>
              <c:f>pivot_tables!$I$30:$I$51</c:f>
              <c:numCache>
                <c:formatCode>0.00</c:formatCode>
                <c:ptCount val="22"/>
                <c:pt idx="0">
                  <c:v>81.125</c:v>
                </c:pt>
                <c:pt idx="1">
                  <c:v>122.705</c:v>
                </c:pt>
                <c:pt idx="2">
                  <c:v>112.66087323943663</c:v>
                </c:pt>
                <c:pt idx="3">
                  <c:v>117.41487735849054</c:v>
                </c:pt>
                <c:pt idx="4">
                  <c:v>113.13156321839078</c:v>
                </c:pt>
                <c:pt idx="5">
                  <c:v>119.4103736263736</c:v>
                </c:pt>
                <c:pt idx="6">
                  <c:v>115.00748421052631</c:v>
                </c:pt>
                <c:pt idx="7">
                  <c:v>119.28991089108905</c:v>
                </c:pt>
                <c:pt idx="8">
                  <c:v>113.86545161290327</c:v>
                </c:pt>
                <c:pt idx="9">
                  <c:v>120.7118</c:v>
                </c:pt>
                <c:pt idx="10">
                  <c:v>125.71456043956046</c:v>
                </c:pt>
                <c:pt idx="11">
                  <c:v>125.21840243902443</c:v>
                </c:pt>
                <c:pt idx="12">
                  <c:v>120.7498640776699</c:v>
                </c:pt>
                <c:pt idx="13">
                  <c:v>125.56914583333334</c:v>
                </c:pt>
                <c:pt idx="14">
                  <c:v>120.88995575221239</c:v>
                </c:pt>
                <c:pt idx="15">
                  <c:v>122.10110344827589</c:v>
                </c:pt>
                <c:pt idx="16">
                  <c:v>121.79706999999999</c:v>
                </c:pt>
                <c:pt idx="17">
                  <c:v>120.00583870967743</c:v>
                </c:pt>
                <c:pt idx="18">
                  <c:v>120.88265306122442</c:v>
                </c:pt>
                <c:pt idx="19">
                  <c:v>120.0453090909091</c:v>
                </c:pt>
                <c:pt idx="20">
                  <c:v>118.66575961538463</c:v>
                </c:pt>
                <c:pt idx="21">
                  <c:v>127.95298876404495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B1-4CF0-9C5B-6D8E572AF1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4013151"/>
        <c:axId val="24011903"/>
      </c:lineChart>
      <c:catAx>
        <c:axId val="24013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11903"/>
        <c:crosses val="autoZero"/>
        <c:auto val="1"/>
        <c:lblAlgn val="ctr"/>
        <c:lblOffset val="100"/>
        <c:noMultiLvlLbl val="0"/>
      </c:catAx>
      <c:valAx>
        <c:axId val="24011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4013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Number</a:t>
            </a:r>
            <a:r>
              <a:rPr lang="pl-PL" baseline="0"/>
              <a:t> of songs by </a:t>
            </a:r>
            <a:r>
              <a:rPr lang="pl-PL" b="1" baseline="0"/>
              <a:t>genre</a:t>
            </a:r>
            <a:endParaRPr lang="en-GB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pivot_tables!$H$94:$H$113</c:f>
              <c:strCache>
                <c:ptCount val="20"/>
                <c:pt idx="0">
                  <c:v>pop, rock, Dance/Electronic</c:v>
                </c:pt>
                <c:pt idx="1">
                  <c:v>R&amp;B</c:v>
                </c:pt>
                <c:pt idx="2">
                  <c:v>pop, rock, metal</c:v>
                </c:pt>
                <c:pt idx="3">
                  <c:v>hip hop, pop, latin</c:v>
                </c:pt>
                <c:pt idx="4">
                  <c:v>latin</c:v>
                </c:pt>
                <c:pt idx="5">
                  <c:v>hip hop, Dance/Electronic</c:v>
                </c:pt>
                <c:pt idx="6">
                  <c:v>set()</c:v>
                </c:pt>
                <c:pt idx="7">
                  <c:v>pop, rock</c:v>
                </c:pt>
                <c:pt idx="8">
                  <c:v>pop, latin</c:v>
                </c:pt>
                <c:pt idx="9">
                  <c:v>rock, metal</c:v>
                </c:pt>
                <c:pt idx="10">
                  <c:v>rock, pop</c:v>
                </c:pt>
                <c:pt idx="11">
                  <c:v>Dance/Electronic</c:v>
                </c:pt>
                <c:pt idx="12">
                  <c:v>rock</c:v>
                </c:pt>
                <c:pt idx="13">
                  <c:v>hip hop, pop, Dance/Electronic</c:v>
                </c:pt>
                <c:pt idx="14">
                  <c:v>hip hop</c:v>
                </c:pt>
                <c:pt idx="15">
                  <c:v>pop, R&amp;B</c:v>
                </c:pt>
                <c:pt idx="16">
                  <c:v>pop, Dance/Electronic</c:v>
                </c:pt>
                <c:pt idx="17">
                  <c:v>hip hop, pop, R&amp;B</c:v>
                </c:pt>
                <c:pt idx="18">
                  <c:v>hip hop, pop</c:v>
                </c:pt>
                <c:pt idx="19">
                  <c:v>pop</c:v>
                </c:pt>
              </c:strCache>
            </c:strRef>
          </c:cat>
          <c:val>
            <c:numRef>
              <c:f>pivot_tables!$I$94:$I$113</c:f>
              <c:numCache>
                <c:formatCode>0</c:formatCode>
                <c:ptCount val="20"/>
                <c:pt idx="0">
                  <c:v>12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15</c:v>
                </c:pt>
                <c:pt idx="5">
                  <c:v>15</c:v>
                </c:pt>
                <c:pt idx="6">
                  <c:v>22</c:v>
                </c:pt>
                <c:pt idx="7">
                  <c:v>26</c:v>
                </c:pt>
                <c:pt idx="8">
                  <c:v>28</c:v>
                </c:pt>
                <c:pt idx="9">
                  <c:v>36</c:v>
                </c:pt>
                <c:pt idx="10">
                  <c:v>39</c:v>
                </c:pt>
                <c:pt idx="11">
                  <c:v>41</c:v>
                </c:pt>
                <c:pt idx="12">
                  <c:v>57</c:v>
                </c:pt>
                <c:pt idx="13">
                  <c:v>75</c:v>
                </c:pt>
                <c:pt idx="14">
                  <c:v>121</c:v>
                </c:pt>
                <c:pt idx="15">
                  <c:v>172</c:v>
                </c:pt>
                <c:pt idx="16">
                  <c:v>216</c:v>
                </c:pt>
                <c:pt idx="17">
                  <c:v>236</c:v>
                </c:pt>
                <c:pt idx="18">
                  <c:v>268</c:v>
                </c:pt>
                <c:pt idx="19">
                  <c:v>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74-46B6-9D01-FAA4659D9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83813679"/>
        <c:axId val="1883810767"/>
      </c:barChart>
      <c:catAx>
        <c:axId val="18838136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3810767"/>
        <c:crosses val="autoZero"/>
        <c:auto val="1"/>
        <c:lblAlgn val="ctr"/>
        <c:lblOffset val="100"/>
        <c:noMultiLvlLbl val="0"/>
      </c:catAx>
      <c:valAx>
        <c:axId val="1883810767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3813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/>
              <a:t>Number of songs with </a:t>
            </a:r>
            <a:r>
              <a:rPr lang="pl-PL" b="1"/>
              <a:t>explicit content </a:t>
            </a:r>
            <a:r>
              <a:rPr lang="pl-PL"/>
              <a:t>by release year</a:t>
            </a:r>
            <a:endParaRPr lang="en-GB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pivot_tables!$M$106</c:f>
              <c:strCache>
                <c:ptCount val="1"/>
                <c:pt idx="0">
                  <c:v>Explicit content</c:v>
                </c:pt>
              </c:strCache>
            </c:strRef>
          </c:tx>
          <c:spPr>
            <a:solidFill>
              <a:schemeClr val="tx1">
                <a:lumMod val="95000"/>
                <a:lumOff val="5000"/>
              </a:schemeClr>
            </a:solidFill>
            <a:ln>
              <a:noFill/>
            </a:ln>
            <a:effectLst/>
          </c:spPr>
          <c:invertIfNegative val="0"/>
          <c:dPt>
            <c:idx val="20"/>
            <c:invertIfNegative val="0"/>
            <c:bubble3D val="0"/>
            <c:spPr>
              <a:solidFill>
                <a:srgbClr val="F9555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6F1-4639-B804-1CC7E7D37D74}"/>
              </c:ext>
            </c:extLst>
          </c:dPt>
          <c:dLbls>
            <c:dLbl>
              <c:idx val="2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6F1-4639-B804-1CC7E7D37D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pivot_tables!$K$107:$K$129</c:f>
              <c:numCache>
                <c:formatCode>General</c:formatCode>
                <c:ptCount val="23"/>
                <c:pt idx="0">
                  <c:v>1998</c:v>
                </c:pt>
                <c:pt idx="1">
                  <c:v>1999</c:v>
                </c:pt>
                <c:pt idx="2">
                  <c:v>2000</c:v>
                </c:pt>
                <c:pt idx="3">
                  <c:v>2001</c:v>
                </c:pt>
                <c:pt idx="4">
                  <c:v>2002</c:v>
                </c:pt>
                <c:pt idx="5">
                  <c:v>2003</c:v>
                </c:pt>
                <c:pt idx="6">
                  <c:v>2004</c:v>
                </c:pt>
                <c:pt idx="7">
                  <c:v>2005</c:v>
                </c:pt>
                <c:pt idx="8">
                  <c:v>2006</c:v>
                </c:pt>
                <c:pt idx="9">
                  <c:v>2007</c:v>
                </c:pt>
                <c:pt idx="10">
                  <c:v>2008</c:v>
                </c:pt>
                <c:pt idx="11">
                  <c:v>2009</c:v>
                </c:pt>
                <c:pt idx="12">
                  <c:v>2010</c:v>
                </c:pt>
                <c:pt idx="13">
                  <c:v>2011</c:v>
                </c:pt>
                <c:pt idx="14">
                  <c:v>2012</c:v>
                </c:pt>
                <c:pt idx="15">
                  <c:v>2013</c:v>
                </c:pt>
                <c:pt idx="16">
                  <c:v>2014</c:v>
                </c:pt>
                <c:pt idx="17">
                  <c:v>2015</c:v>
                </c:pt>
                <c:pt idx="18">
                  <c:v>2016</c:v>
                </c:pt>
                <c:pt idx="19">
                  <c:v>2017</c:v>
                </c:pt>
                <c:pt idx="20">
                  <c:v>2018</c:v>
                </c:pt>
                <c:pt idx="21">
                  <c:v>2019</c:v>
                </c:pt>
                <c:pt idx="22">
                  <c:v>2020</c:v>
                </c:pt>
              </c:numCache>
            </c:numRef>
          </c:cat>
          <c:val>
            <c:numRef>
              <c:f>pivot_tables!$M$107:$M$129</c:f>
              <c:numCache>
                <c:formatCode>General</c:formatCode>
                <c:ptCount val="23"/>
                <c:pt idx="0">
                  <c:v>1</c:v>
                </c:pt>
                <c:pt idx="1">
                  <c:v>8</c:v>
                </c:pt>
                <c:pt idx="2">
                  <c:v>12</c:v>
                </c:pt>
                <c:pt idx="3">
                  <c:v>23</c:v>
                </c:pt>
                <c:pt idx="4">
                  <c:v>29</c:v>
                </c:pt>
                <c:pt idx="5">
                  <c:v>22</c:v>
                </c:pt>
                <c:pt idx="6">
                  <c:v>35</c:v>
                </c:pt>
                <c:pt idx="7">
                  <c:v>28</c:v>
                </c:pt>
                <c:pt idx="8">
                  <c:v>26</c:v>
                </c:pt>
                <c:pt idx="9">
                  <c:v>22</c:v>
                </c:pt>
                <c:pt idx="10">
                  <c:v>21</c:v>
                </c:pt>
                <c:pt idx="11">
                  <c:v>22</c:v>
                </c:pt>
                <c:pt idx="12">
                  <c:v>23</c:v>
                </c:pt>
                <c:pt idx="13">
                  <c:v>25</c:v>
                </c:pt>
                <c:pt idx="14">
                  <c:v>19</c:v>
                </c:pt>
                <c:pt idx="15">
                  <c:v>19</c:v>
                </c:pt>
                <c:pt idx="16">
                  <c:v>19</c:v>
                </c:pt>
                <c:pt idx="17">
                  <c:v>28</c:v>
                </c:pt>
                <c:pt idx="18">
                  <c:v>31</c:v>
                </c:pt>
                <c:pt idx="19">
                  <c:v>37</c:v>
                </c:pt>
                <c:pt idx="20">
                  <c:v>49</c:v>
                </c:pt>
                <c:pt idx="21">
                  <c:v>37</c:v>
                </c:pt>
                <c:pt idx="2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6F1-4639-B804-1CC7E7D37D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5539791"/>
        <c:axId val="435540623"/>
      </c:barChart>
      <c:catAx>
        <c:axId val="435539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540623"/>
        <c:crosses val="autoZero"/>
        <c:auto val="1"/>
        <c:lblAlgn val="ctr"/>
        <c:lblOffset val="100"/>
        <c:noMultiLvlLbl val="0"/>
      </c:catAx>
      <c:valAx>
        <c:axId val="435540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55397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songs!$I$2:$I$1943</cx:f>
        <cx:lvl ptCount="1942" formatCode="0">
          <cx:pt idx="0">0</cx:pt>
          <cx:pt idx="1">68</cx:pt>
          <cx:pt idx="2">58</cx:pt>
          <cx:pt idx="3">83</cx:pt>
          <cx:pt idx="4">71</cx:pt>
          <cx:pt idx="5">52</cx:pt>
          <cx:pt idx="6">52</cx:pt>
          <cx:pt idx="7">82</cx:pt>
          <cx:pt idx="8">65</cx:pt>
          <cx:pt idx="9">63</cx:pt>
          <cx:pt idx="10">68</cx:pt>
          <cx:pt idx="11">71</cx:pt>
          <cx:pt idx="12">80</cx:pt>
          <cx:pt idx="13">80</cx:pt>
          <cx:pt idx="14">73</cx:pt>
          <cx:pt idx="15">72</cx:pt>
          <cx:pt idx="16">51</cx:pt>
          <cx:pt idx="17">0</cx:pt>
          <cx:pt idx="18">68</cx:pt>
          <cx:pt idx="19">80</cx:pt>
          <cx:pt idx="20">67</cx:pt>
          <cx:pt idx="21">78</cx:pt>
          <cx:pt idx="22">0</cx:pt>
          <cx:pt idx="23">71</cx:pt>
          <cx:pt idx="24">49</cx:pt>
          <cx:pt idx="25">1</cx:pt>
          <cx:pt idx="26">74</cx:pt>
          <cx:pt idx="27">70</cx:pt>
          <cx:pt idx="28">83</cx:pt>
          <cx:pt idx="29">83</cx:pt>
          <cx:pt idx="30">60</cx:pt>
          <cx:pt idx="31">78</cx:pt>
          <cx:pt idx="32">69</cx:pt>
          <cx:pt idx="33">57</cx:pt>
          <cx:pt idx="34">59</cx:pt>
          <cx:pt idx="35">80</cx:pt>
          <cx:pt idx="36">75</cx:pt>
          <cx:pt idx="37">70</cx:pt>
          <cx:pt idx="38">52</cx:pt>
          <cx:pt idx="39">62</cx:pt>
          <cx:pt idx="40">66</cx:pt>
          <cx:pt idx="41">57</cx:pt>
          <cx:pt idx="42">72</cx:pt>
          <cx:pt idx="43">69</cx:pt>
          <cx:pt idx="44">58</cx:pt>
          <cx:pt idx="45">80</cx:pt>
          <cx:pt idx="46">68</cx:pt>
          <cx:pt idx="47">0</cx:pt>
          <cx:pt idx="48">0</cx:pt>
          <cx:pt idx="49">0</cx:pt>
          <cx:pt idx="50">79</cx:pt>
          <cx:pt idx="51">63</cx:pt>
          <cx:pt idx="52">72</cx:pt>
          <cx:pt idx="53">61</cx:pt>
          <cx:pt idx="54">74</cx:pt>
          <cx:pt idx="55">57</cx:pt>
          <cx:pt idx="56">67</cx:pt>
          <cx:pt idx="57">72</cx:pt>
          <cx:pt idx="58">60</cx:pt>
          <cx:pt idx="59">68</cx:pt>
          <cx:pt idx="60">80</cx:pt>
          <cx:pt idx="61">65</cx:pt>
          <cx:pt idx="62">51</cx:pt>
          <cx:pt idx="63">63</cx:pt>
          <cx:pt idx="64">60</cx:pt>
          <cx:pt idx="65">46</cx:pt>
          <cx:pt idx="66">79</cx:pt>
          <cx:pt idx="67">73</cx:pt>
          <cx:pt idx="68">84</cx:pt>
          <cx:pt idx="69">76</cx:pt>
          <cx:pt idx="70">62</cx:pt>
          <cx:pt idx="71">65</cx:pt>
          <cx:pt idx="72">45</cx:pt>
          <cx:pt idx="73">80</cx:pt>
          <cx:pt idx="74">39</cx:pt>
          <cx:pt idx="75">18</cx:pt>
          <cx:pt idx="76">70</cx:pt>
          <cx:pt idx="77">60</cx:pt>
          <cx:pt idx="78">42</cx:pt>
          <cx:pt idx="79">78</cx:pt>
          <cx:pt idx="80">77</cx:pt>
          <cx:pt idx="81">56</cx:pt>
          <cx:pt idx="82">73</cx:pt>
          <cx:pt idx="83">76</cx:pt>
          <cx:pt idx="84">60</cx:pt>
          <cx:pt idx="85">57</cx:pt>
          <cx:pt idx="86">67</cx:pt>
          <cx:pt idx="87">78</cx:pt>
          <cx:pt idx="88">77</cx:pt>
          <cx:pt idx="89">58</cx:pt>
          <cx:pt idx="90">66</cx:pt>
          <cx:pt idx="91">48</cx:pt>
          <cx:pt idx="92">64</cx:pt>
          <cx:pt idx="93">79</cx:pt>
          <cx:pt idx="94">0</cx:pt>
          <cx:pt idx="95">50</cx:pt>
          <cx:pt idx="96">63</cx:pt>
          <cx:pt idx="97">88</cx:pt>
          <cx:pt idx="98">56</cx:pt>
          <cx:pt idx="99">56</cx:pt>
          <cx:pt idx="100">73</cx:pt>
          <cx:pt idx="101">63</cx:pt>
          <cx:pt idx="102">53</cx:pt>
          <cx:pt idx="103">77</cx:pt>
          <cx:pt idx="104">74</cx:pt>
          <cx:pt idx="105">33</cx:pt>
          <cx:pt idx="106">67</cx:pt>
          <cx:pt idx="107">67</cx:pt>
          <cx:pt idx="108">61</cx:pt>
          <cx:pt idx="109">52</cx:pt>
          <cx:pt idx="110">0</cx:pt>
          <cx:pt idx="111">67</cx:pt>
          <cx:pt idx="112">71</cx:pt>
          <cx:pt idx="113">67</cx:pt>
          <cx:pt idx="114">55</cx:pt>
          <cx:pt idx="115">81</cx:pt>
          <cx:pt idx="116">66</cx:pt>
          <cx:pt idx="117">62</cx:pt>
          <cx:pt idx="118">76</cx:pt>
          <cx:pt idx="119">65</cx:pt>
          <cx:pt idx="120">61</cx:pt>
          <cx:pt idx="121">45</cx:pt>
          <cx:pt idx="122">77</cx:pt>
          <cx:pt idx="123">72</cx:pt>
          <cx:pt idx="124">54</cx:pt>
          <cx:pt idx="125">70</cx:pt>
          <cx:pt idx="126">57</cx:pt>
          <cx:pt idx="127">74</cx:pt>
          <cx:pt idx="128">59</cx:pt>
          <cx:pt idx="129">80</cx:pt>
          <cx:pt idx="130">77</cx:pt>
          <cx:pt idx="131">54</cx:pt>
          <cx:pt idx="132">66</cx:pt>
          <cx:pt idx="133">28</cx:pt>
          <cx:pt idx="134">77</cx:pt>
          <cx:pt idx="135">47</cx:pt>
          <cx:pt idx="136">70</cx:pt>
          <cx:pt idx="137">74</cx:pt>
          <cx:pt idx="138">46</cx:pt>
          <cx:pt idx="139">3</cx:pt>
          <cx:pt idx="140">0</cx:pt>
          <cx:pt idx="141">57</cx:pt>
          <cx:pt idx="142">79</cx:pt>
          <cx:pt idx="143">49</cx:pt>
          <cx:pt idx="144">54</cx:pt>
          <cx:pt idx="145">69</cx:pt>
          <cx:pt idx="146">0</cx:pt>
          <cx:pt idx="147">67</cx:pt>
          <cx:pt idx="148">65</cx:pt>
          <cx:pt idx="149">78</cx:pt>
          <cx:pt idx="150">64</cx:pt>
          <cx:pt idx="151">57</cx:pt>
          <cx:pt idx="152">53</cx:pt>
          <cx:pt idx="153">73</cx:pt>
          <cx:pt idx="154">68</cx:pt>
          <cx:pt idx="155">71</cx:pt>
          <cx:pt idx="156">74</cx:pt>
          <cx:pt idx="157">64</cx:pt>
          <cx:pt idx="158">53</cx:pt>
          <cx:pt idx="159">71</cx:pt>
          <cx:pt idx="160">57</cx:pt>
          <cx:pt idx="161">76</cx:pt>
          <cx:pt idx="162">70</cx:pt>
          <cx:pt idx="163">70</cx:pt>
          <cx:pt idx="164">59</cx:pt>
          <cx:pt idx="165">77</cx:pt>
          <cx:pt idx="166">54</cx:pt>
          <cx:pt idx="167">66</cx:pt>
          <cx:pt idx="168">54</cx:pt>
          <cx:pt idx="169">76</cx:pt>
          <cx:pt idx="170">76</cx:pt>
          <cx:pt idx="171">69</cx:pt>
          <cx:pt idx="172">70</cx:pt>
          <cx:pt idx="173">67</cx:pt>
          <cx:pt idx="174">80</cx:pt>
          <cx:pt idx="175">73</cx:pt>
          <cx:pt idx="176">30</cx:pt>
          <cx:pt idx="177">68</cx:pt>
          <cx:pt idx="178">76</cx:pt>
          <cx:pt idx="179">50</cx:pt>
          <cx:pt idx="180">69</cx:pt>
          <cx:pt idx="181">50</cx:pt>
          <cx:pt idx="182">72</cx:pt>
          <cx:pt idx="183">67</cx:pt>
          <cx:pt idx="184">76</cx:pt>
          <cx:pt idx="185">53</cx:pt>
          <cx:pt idx="186">75</cx:pt>
          <cx:pt idx="187">75</cx:pt>
          <cx:pt idx="188">63</cx:pt>
          <cx:pt idx="189">64</cx:pt>
          <cx:pt idx="190">76</cx:pt>
          <cx:pt idx="191">0</cx:pt>
          <cx:pt idx="192">67</cx:pt>
          <cx:pt idx="193">61</cx:pt>
          <cx:pt idx="194">75</cx:pt>
          <cx:pt idx="195">65</cx:pt>
          <cx:pt idx="196">82</cx:pt>
          <cx:pt idx="197">73</cx:pt>
          <cx:pt idx="198">75</cx:pt>
          <cx:pt idx="199">60</cx:pt>
          <cx:pt idx="200">69</cx:pt>
          <cx:pt idx="201">63</cx:pt>
          <cx:pt idx="202">55</cx:pt>
          <cx:pt idx="203">64</cx:pt>
          <cx:pt idx="204">64</cx:pt>
          <cx:pt idx="205">76</cx:pt>
          <cx:pt idx="206">75</cx:pt>
          <cx:pt idx="207">0</cx:pt>
          <cx:pt idx="208">64</cx:pt>
          <cx:pt idx="209">0</cx:pt>
          <cx:pt idx="210">38</cx:pt>
          <cx:pt idx="211">68</cx:pt>
          <cx:pt idx="212">49</cx:pt>
          <cx:pt idx="213">64</cx:pt>
          <cx:pt idx="214">84</cx:pt>
          <cx:pt idx="215">72</cx:pt>
          <cx:pt idx="216">53</cx:pt>
          <cx:pt idx="217">73</cx:pt>
          <cx:pt idx="218">54</cx:pt>
          <cx:pt idx="219">50</cx:pt>
          <cx:pt idx="220">0</cx:pt>
          <cx:pt idx="221">72</cx:pt>
          <cx:pt idx="222">62</cx:pt>
          <cx:pt idx="223">71</cx:pt>
          <cx:pt idx="224">69</cx:pt>
          <cx:pt idx="225">65</cx:pt>
          <cx:pt idx="226">63</cx:pt>
          <cx:pt idx="227">77</cx:pt>
          <cx:pt idx="228">0</cx:pt>
          <cx:pt idx="229">57</cx:pt>
          <cx:pt idx="230">51</cx:pt>
          <cx:pt idx="231">76</cx:pt>
          <cx:pt idx="232">74</cx:pt>
          <cx:pt idx="233">68</cx:pt>
          <cx:pt idx="234">66</cx:pt>
          <cx:pt idx="235">74</cx:pt>
          <cx:pt idx="236">68</cx:pt>
          <cx:pt idx="237">71</cx:pt>
          <cx:pt idx="238">67</cx:pt>
          <cx:pt idx="239">63</cx:pt>
          <cx:pt idx="240">79</cx:pt>
          <cx:pt idx="241">70</cx:pt>
          <cx:pt idx="242">71</cx:pt>
          <cx:pt idx="243">59</cx:pt>
          <cx:pt idx="244">70</cx:pt>
          <cx:pt idx="245">73</cx:pt>
          <cx:pt idx="246">68</cx:pt>
          <cx:pt idx="247">75</cx:pt>
          <cx:pt idx="248">61</cx:pt>
          <cx:pt idx="249">71</cx:pt>
          <cx:pt idx="250">0</cx:pt>
          <cx:pt idx="251">68</cx:pt>
          <cx:pt idx="252">2</cx:pt>
          <cx:pt idx="253">48</cx:pt>
          <cx:pt idx="254">73</cx:pt>
          <cx:pt idx="255">65</cx:pt>
          <cx:pt idx="256">74</cx:pt>
          <cx:pt idx="257">72</cx:pt>
          <cx:pt idx="258">78</cx:pt>
          <cx:pt idx="259">65</cx:pt>
          <cx:pt idx="260">72</cx:pt>
          <cx:pt idx="261">73</cx:pt>
          <cx:pt idx="262">80</cx:pt>
          <cx:pt idx="263">81</cx:pt>
          <cx:pt idx="264">73</cx:pt>
          <cx:pt idx="265">68</cx:pt>
          <cx:pt idx="266">79</cx:pt>
          <cx:pt idx="267">66</cx:pt>
          <cx:pt idx="268">0</cx:pt>
          <cx:pt idx="269">0</cx:pt>
          <cx:pt idx="270">73</cx:pt>
          <cx:pt idx="271">65</cx:pt>
          <cx:pt idx="272">73</cx:pt>
          <cx:pt idx="273">62</cx:pt>
          <cx:pt idx="274">81</cx:pt>
          <cx:pt idx="275">61</cx:pt>
          <cx:pt idx="276">61</cx:pt>
          <cx:pt idx="277">80</cx:pt>
          <cx:pt idx="278">73</cx:pt>
          <cx:pt idx="279">47</cx:pt>
          <cx:pt idx="280">69</cx:pt>
          <cx:pt idx="281">59</cx:pt>
          <cx:pt idx="282">58</cx:pt>
          <cx:pt idx="283">53</cx:pt>
          <cx:pt idx="284">61</cx:pt>
          <cx:pt idx="285">71</cx:pt>
          <cx:pt idx="286">51</cx:pt>
          <cx:pt idx="287">56</cx:pt>
          <cx:pt idx="288">68</cx:pt>
          <cx:pt idx="289">48</cx:pt>
          <cx:pt idx="290">78</cx:pt>
          <cx:pt idx="291">42</cx:pt>
          <cx:pt idx="292">79</cx:pt>
          <cx:pt idx="293">1</cx:pt>
          <cx:pt idx="294">69</cx:pt>
          <cx:pt idx="295">67</cx:pt>
          <cx:pt idx="296">76</cx:pt>
          <cx:pt idx="297">68</cx:pt>
          <cx:pt idx="298">76</cx:pt>
          <cx:pt idx="299">76</cx:pt>
          <cx:pt idx="300">66</cx:pt>
          <cx:pt idx="301">85</cx:pt>
          <cx:pt idx="302">66</cx:pt>
          <cx:pt idx="303">0</cx:pt>
          <cx:pt idx="304">82</cx:pt>
          <cx:pt idx="305">71</cx:pt>
          <cx:pt idx="306">74</cx:pt>
          <cx:pt idx="307">79</cx:pt>
          <cx:pt idx="308">69</cx:pt>
          <cx:pt idx="309">65</cx:pt>
          <cx:pt idx="310">64</cx:pt>
          <cx:pt idx="311">83</cx:pt>
          <cx:pt idx="312">68</cx:pt>
          <cx:pt idx="313">76</cx:pt>
          <cx:pt idx="314">58</cx:pt>
          <cx:pt idx="315">0</cx:pt>
          <cx:pt idx="316">61</cx:pt>
          <cx:pt idx="317">64</cx:pt>
          <cx:pt idx="318">54</cx:pt>
          <cx:pt idx="319">0</cx:pt>
          <cx:pt idx="320">0</cx:pt>
          <cx:pt idx="321">69</cx:pt>
          <cx:pt idx="322">64</cx:pt>
          <cx:pt idx="323">55</cx:pt>
          <cx:pt idx="324">61</cx:pt>
          <cx:pt idx="325">43</cx:pt>
          <cx:pt idx="326">69</cx:pt>
          <cx:pt idx="327">59</cx:pt>
          <cx:pt idx="328">78</cx:pt>
          <cx:pt idx="329">79</cx:pt>
          <cx:pt idx="330">55</cx:pt>
          <cx:pt idx="331">55</cx:pt>
          <cx:pt idx="332">42</cx:pt>
          <cx:pt idx="333">54</cx:pt>
          <cx:pt idx="334">59</cx:pt>
          <cx:pt idx="335">0</cx:pt>
          <cx:pt idx="336">0</cx:pt>
          <cx:pt idx="337">71</cx:pt>
          <cx:pt idx="338">75</cx:pt>
          <cx:pt idx="339">69</cx:pt>
          <cx:pt idx="340">62</cx:pt>
          <cx:pt idx="341">68</cx:pt>
          <cx:pt idx="342">70</cx:pt>
          <cx:pt idx="343">74</cx:pt>
          <cx:pt idx="344">54</cx:pt>
          <cx:pt idx="345">30</cx:pt>
          <cx:pt idx="346">74</cx:pt>
          <cx:pt idx="347">0</cx:pt>
          <cx:pt idx="348">53</cx:pt>
          <cx:pt idx="349">64</cx:pt>
          <cx:pt idx="350">40</cx:pt>
          <cx:pt idx="351">78</cx:pt>
          <cx:pt idx="352">57</cx:pt>
          <cx:pt idx="353">67</cx:pt>
          <cx:pt idx="354">65</cx:pt>
          <cx:pt idx="355">73</cx:pt>
          <cx:pt idx="356">59</cx:pt>
          <cx:pt idx="357">85</cx:pt>
          <cx:pt idx="358">69</cx:pt>
          <cx:pt idx="359">57</cx:pt>
          <cx:pt idx="360">54</cx:pt>
          <cx:pt idx="361">0</cx:pt>
          <cx:pt idx="362">78</cx:pt>
          <cx:pt idx="363">49</cx:pt>
          <cx:pt idx="364">68</cx:pt>
          <cx:pt idx="365">74</cx:pt>
          <cx:pt idx="366">0</cx:pt>
          <cx:pt idx="367">75</cx:pt>
          <cx:pt idx="368">0</cx:pt>
          <cx:pt idx="369">75</cx:pt>
          <cx:pt idx="370">0</cx:pt>
          <cx:pt idx="371">62</cx:pt>
          <cx:pt idx="372">76</cx:pt>
          <cx:pt idx="373">0</cx:pt>
          <cx:pt idx="374">73</cx:pt>
          <cx:pt idx="375">74</cx:pt>
          <cx:pt idx="376">72</cx:pt>
          <cx:pt idx="377">66</cx:pt>
          <cx:pt idx="378">48</cx:pt>
          <cx:pt idx="379">68</cx:pt>
          <cx:pt idx="380">59</cx:pt>
          <cx:pt idx="381">76</cx:pt>
          <cx:pt idx="382">57</cx:pt>
          <cx:pt idx="383">81</cx:pt>
          <cx:pt idx="384">62</cx:pt>
          <cx:pt idx="385">47</cx:pt>
          <cx:pt idx="386">73</cx:pt>
          <cx:pt idx="387">68</cx:pt>
          <cx:pt idx="388">75</cx:pt>
          <cx:pt idx="389">61</cx:pt>
          <cx:pt idx="390">55</cx:pt>
          <cx:pt idx="391">53</cx:pt>
          <cx:pt idx="392">78</cx:pt>
          <cx:pt idx="393">65</cx:pt>
          <cx:pt idx="394">77</cx:pt>
          <cx:pt idx="395">45</cx:pt>
          <cx:pt idx="396">68</cx:pt>
          <cx:pt idx="397">53</cx:pt>
          <cx:pt idx="398">53</cx:pt>
          <cx:pt idx="399">65</cx:pt>
          <cx:pt idx="400">72</cx:pt>
          <cx:pt idx="401">76</cx:pt>
          <cx:pt idx="402">79</cx:pt>
          <cx:pt idx="403">0</cx:pt>
          <cx:pt idx="404">84</cx:pt>
          <cx:pt idx="405">72</cx:pt>
          <cx:pt idx="406">57</cx:pt>
          <cx:pt idx="407">65</cx:pt>
          <cx:pt idx="408">4</cx:pt>
          <cx:pt idx="409">45</cx:pt>
          <cx:pt idx="410">54</cx:pt>
          <cx:pt idx="411">2</cx:pt>
          <cx:pt idx="412">61</cx:pt>
          <cx:pt idx="413">47</cx:pt>
          <cx:pt idx="414">80</cx:pt>
          <cx:pt idx="415">74</cx:pt>
          <cx:pt idx="416">61</cx:pt>
          <cx:pt idx="417">67</cx:pt>
          <cx:pt idx="418">72</cx:pt>
          <cx:pt idx="419">78</cx:pt>
          <cx:pt idx="420">56</cx:pt>
          <cx:pt idx="421">77</cx:pt>
          <cx:pt idx="422">72</cx:pt>
          <cx:pt idx="423">0</cx:pt>
          <cx:pt idx="424">46</cx:pt>
          <cx:pt idx="425">62</cx:pt>
          <cx:pt idx="426">46</cx:pt>
          <cx:pt idx="427">60</cx:pt>
          <cx:pt idx="428">0</cx:pt>
          <cx:pt idx="429">56</cx:pt>
          <cx:pt idx="430">52</cx:pt>
          <cx:pt idx="431">63</cx:pt>
          <cx:pt idx="432">74</cx:pt>
          <cx:pt idx="433">79</cx:pt>
          <cx:pt idx="434">63</cx:pt>
          <cx:pt idx="435">77</cx:pt>
          <cx:pt idx="436">64</cx:pt>
          <cx:pt idx="437">74</cx:pt>
          <cx:pt idx="438">53</cx:pt>
          <cx:pt idx="439">58</cx:pt>
          <cx:pt idx="440">55</cx:pt>
          <cx:pt idx="441">62</cx:pt>
          <cx:pt idx="442">63</cx:pt>
          <cx:pt idx="443">68</cx:pt>
          <cx:pt idx="444">49</cx:pt>
          <cx:pt idx="445">76</cx:pt>
          <cx:pt idx="446">70</cx:pt>
          <cx:pt idx="447">3</cx:pt>
          <cx:pt idx="448">47</cx:pt>
          <cx:pt idx="449">72</cx:pt>
          <cx:pt idx="450">59</cx:pt>
          <cx:pt idx="451">79</cx:pt>
          <cx:pt idx="452">56</cx:pt>
          <cx:pt idx="453">61</cx:pt>
          <cx:pt idx="454">77</cx:pt>
          <cx:pt idx="455">39</cx:pt>
          <cx:pt idx="456">77</cx:pt>
          <cx:pt idx="457">45</cx:pt>
          <cx:pt idx="458">70</cx:pt>
          <cx:pt idx="459">68</cx:pt>
          <cx:pt idx="460">1</cx:pt>
          <cx:pt idx="461">77</cx:pt>
          <cx:pt idx="462">80</cx:pt>
          <cx:pt idx="463">65</cx:pt>
          <cx:pt idx="464">80</cx:pt>
          <cx:pt idx="465">76</cx:pt>
          <cx:pt idx="466">62</cx:pt>
          <cx:pt idx="467">1</cx:pt>
          <cx:pt idx="468">75</cx:pt>
          <cx:pt idx="469">80</cx:pt>
          <cx:pt idx="470">74</cx:pt>
          <cx:pt idx="471">0</cx:pt>
          <cx:pt idx="472">70</cx:pt>
          <cx:pt idx="473">0</cx:pt>
          <cx:pt idx="474">72</cx:pt>
          <cx:pt idx="475">82</cx:pt>
          <cx:pt idx="476">71</cx:pt>
          <cx:pt idx="477">56</cx:pt>
          <cx:pt idx="478">58</cx:pt>
          <cx:pt idx="479">48</cx:pt>
          <cx:pt idx="480">63</cx:pt>
          <cx:pt idx="481">69</cx:pt>
          <cx:pt idx="482">39</cx:pt>
          <cx:pt idx="483">0</cx:pt>
          <cx:pt idx="484">58</cx:pt>
          <cx:pt idx="485">63</cx:pt>
          <cx:pt idx="486">0</cx:pt>
          <cx:pt idx="487">50</cx:pt>
          <cx:pt idx="488">76</cx:pt>
          <cx:pt idx="489">56</cx:pt>
          <cx:pt idx="490">42</cx:pt>
          <cx:pt idx="491">60</cx:pt>
          <cx:pt idx="492">76</cx:pt>
          <cx:pt idx="493">74</cx:pt>
          <cx:pt idx="494">58</cx:pt>
          <cx:pt idx="495">49</cx:pt>
          <cx:pt idx="496">78</cx:pt>
          <cx:pt idx="497">72</cx:pt>
          <cx:pt idx="498">73</cx:pt>
          <cx:pt idx="499">76</cx:pt>
          <cx:pt idx="500">69</cx:pt>
          <cx:pt idx="501">70</cx:pt>
          <cx:pt idx="502">67</cx:pt>
          <cx:pt idx="503">1</cx:pt>
          <cx:pt idx="504">82</cx:pt>
          <cx:pt idx="505">79</cx:pt>
          <cx:pt idx="506">64</cx:pt>
          <cx:pt idx="507">77</cx:pt>
          <cx:pt idx="508">0</cx:pt>
          <cx:pt idx="509">42</cx:pt>
          <cx:pt idx="510">63</cx:pt>
          <cx:pt idx="511">69</cx:pt>
          <cx:pt idx="512">65</cx:pt>
          <cx:pt idx="513">67</cx:pt>
          <cx:pt idx="514">60</cx:pt>
          <cx:pt idx="515">0</cx:pt>
          <cx:pt idx="516">56</cx:pt>
          <cx:pt idx="517">0</cx:pt>
          <cx:pt idx="518">0</cx:pt>
          <cx:pt idx="519">64</cx:pt>
          <cx:pt idx="520">71</cx:pt>
          <cx:pt idx="521">78</cx:pt>
          <cx:pt idx="522">76</cx:pt>
          <cx:pt idx="523">72</cx:pt>
          <cx:pt idx="524">58</cx:pt>
          <cx:pt idx="525">83</cx:pt>
          <cx:pt idx="526">59</cx:pt>
          <cx:pt idx="527">52</cx:pt>
          <cx:pt idx="528">1</cx:pt>
          <cx:pt idx="529">70</cx:pt>
          <cx:pt idx="530">81</cx:pt>
          <cx:pt idx="531">74</cx:pt>
          <cx:pt idx="532">73</cx:pt>
          <cx:pt idx="533">79</cx:pt>
          <cx:pt idx="534">45</cx:pt>
          <cx:pt idx="535">70</cx:pt>
          <cx:pt idx="536">56</cx:pt>
          <cx:pt idx="537">49</cx:pt>
          <cx:pt idx="538">81</cx:pt>
          <cx:pt idx="539">0</cx:pt>
          <cx:pt idx="540">57</cx:pt>
          <cx:pt idx="541">67</cx:pt>
          <cx:pt idx="542">64</cx:pt>
          <cx:pt idx="543">48</cx:pt>
          <cx:pt idx="544">63</cx:pt>
          <cx:pt idx="545">72</cx:pt>
          <cx:pt idx="546">58</cx:pt>
          <cx:pt idx="547">11</cx:pt>
          <cx:pt idx="548">49</cx:pt>
          <cx:pt idx="549">67</cx:pt>
          <cx:pt idx="550">67</cx:pt>
          <cx:pt idx="551">0</cx:pt>
          <cx:pt idx="552">59</cx:pt>
          <cx:pt idx="553">74</cx:pt>
          <cx:pt idx="554">59</cx:pt>
          <cx:pt idx="555">41</cx:pt>
          <cx:pt idx="556">62</cx:pt>
          <cx:pt idx="557">47</cx:pt>
          <cx:pt idx="558">83</cx:pt>
          <cx:pt idx="559">65</cx:pt>
          <cx:pt idx="560">68</cx:pt>
          <cx:pt idx="561">59</cx:pt>
          <cx:pt idx="562">62</cx:pt>
          <cx:pt idx="563">68</cx:pt>
          <cx:pt idx="564">62</cx:pt>
          <cx:pt idx="565">68</cx:pt>
          <cx:pt idx="566">63</cx:pt>
          <cx:pt idx="567">79</cx:pt>
          <cx:pt idx="568">73</cx:pt>
          <cx:pt idx="569">79</cx:pt>
          <cx:pt idx="570">63</cx:pt>
          <cx:pt idx="571">59</cx:pt>
          <cx:pt idx="572">55</cx:pt>
          <cx:pt idx="573">50</cx:pt>
          <cx:pt idx="574">75</cx:pt>
          <cx:pt idx="575">62</cx:pt>
          <cx:pt idx="576">73</cx:pt>
          <cx:pt idx="577">57</cx:pt>
          <cx:pt idx="578">70</cx:pt>
          <cx:pt idx="579">81</cx:pt>
          <cx:pt idx="580">71</cx:pt>
          <cx:pt idx="581">77</cx:pt>
          <cx:pt idx="582">64</cx:pt>
          <cx:pt idx="583">79</cx:pt>
          <cx:pt idx="584">0</cx:pt>
          <cx:pt idx="585">78</cx:pt>
          <cx:pt idx="586">81</cx:pt>
          <cx:pt idx="587">78</cx:pt>
          <cx:pt idx="588">55</cx:pt>
          <cx:pt idx="589">78</cx:pt>
          <cx:pt idx="590">63</cx:pt>
          <cx:pt idx="591">65</cx:pt>
          <cx:pt idx="592">45</cx:pt>
          <cx:pt idx="593">69</cx:pt>
          <cx:pt idx="594">76</cx:pt>
          <cx:pt idx="595">79</cx:pt>
          <cx:pt idx="596">65</cx:pt>
          <cx:pt idx="597">48</cx:pt>
          <cx:pt idx="598">45</cx:pt>
          <cx:pt idx="599">72</cx:pt>
          <cx:pt idx="600">78</cx:pt>
          <cx:pt idx="601">0</cx:pt>
          <cx:pt idx="602">77</cx:pt>
          <cx:pt idx="603">67</cx:pt>
          <cx:pt idx="604">1</cx:pt>
          <cx:pt idx="605">67</cx:pt>
          <cx:pt idx="606">76</cx:pt>
          <cx:pt idx="607">57</cx:pt>
          <cx:pt idx="608">58</cx:pt>
          <cx:pt idx="609">62</cx:pt>
          <cx:pt idx="610">46</cx:pt>
          <cx:pt idx="611">56</cx:pt>
          <cx:pt idx="612">43</cx:pt>
          <cx:pt idx="613">69</cx:pt>
          <cx:pt idx="614">55</cx:pt>
          <cx:pt idx="615">78</cx:pt>
          <cx:pt idx="616">60</cx:pt>
          <cx:pt idx="617">63</cx:pt>
          <cx:pt idx="618">64</cx:pt>
          <cx:pt idx="619">63</cx:pt>
          <cx:pt idx="620">74</cx:pt>
          <cx:pt idx="621">58</cx:pt>
          <cx:pt idx="622">78</cx:pt>
          <cx:pt idx="623">63</cx:pt>
          <cx:pt idx="624">74</cx:pt>
          <cx:pt idx="625">64</cx:pt>
          <cx:pt idx="626">57</cx:pt>
          <cx:pt idx="627">61</cx:pt>
          <cx:pt idx="628">61</cx:pt>
          <cx:pt idx="629">76</cx:pt>
          <cx:pt idx="630">61</cx:pt>
          <cx:pt idx="631">79</cx:pt>
          <cx:pt idx="632">55</cx:pt>
          <cx:pt idx="633">57</cx:pt>
          <cx:pt idx="634">77</cx:pt>
          <cx:pt idx="635">1</cx:pt>
          <cx:pt idx="636">60</cx:pt>
          <cx:pt idx="637">55</cx:pt>
          <cx:pt idx="638">66</cx:pt>
          <cx:pt idx="639">74</cx:pt>
          <cx:pt idx="640">56</cx:pt>
          <cx:pt idx="641">72</cx:pt>
          <cx:pt idx="642">51</cx:pt>
          <cx:pt idx="643">56</cx:pt>
          <cx:pt idx="644">79</cx:pt>
          <cx:pt idx="645">61</cx:pt>
          <cx:pt idx="646">46</cx:pt>
          <cx:pt idx="647">59</cx:pt>
          <cx:pt idx="648">82</cx:pt>
          <cx:pt idx="649">80</cx:pt>
          <cx:pt idx="650">63</cx:pt>
          <cx:pt idx="651">56</cx:pt>
          <cx:pt idx="652">26</cx:pt>
          <cx:pt idx="653">1</cx:pt>
          <cx:pt idx="654">49</cx:pt>
          <cx:pt idx="655">0</cx:pt>
          <cx:pt idx="656">66</cx:pt>
          <cx:pt idx="657">56</cx:pt>
          <cx:pt idx="658">74</cx:pt>
          <cx:pt idx="659">0</cx:pt>
          <cx:pt idx="660">66</cx:pt>
          <cx:pt idx="661">52</cx:pt>
          <cx:pt idx="662">24</cx:pt>
          <cx:pt idx="663">71</cx:pt>
          <cx:pt idx="664">58</cx:pt>
          <cx:pt idx="665">2</cx:pt>
          <cx:pt idx="666">60</cx:pt>
          <cx:pt idx="667">62</cx:pt>
          <cx:pt idx="668">75</cx:pt>
          <cx:pt idx="669">57</cx:pt>
          <cx:pt idx="670">78</cx:pt>
          <cx:pt idx="671">80</cx:pt>
          <cx:pt idx="672">64</cx:pt>
          <cx:pt idx="673">48</cx:pt>
          <cx:pt idx="674">67</cx:pt>
          <cx:pt idx="675">80</cx:pt>
          <cx:pt idx="676">69</cx:pt>
          <cx:pt idx="677">61</cx:pt>
          <cx:pt idx="678">61</cx:pt>
          <cx:pt idx="679">75</cx:pt>
          <cx:pt idx="680">75</cx:pt>
          <cx:pt idx="681">82</cx:pt>
          <cx:pt idx="682">67</cx:pt>
          <cx:pt idx="683">80</cx:pt>
          <cx:pt idx="684">72</cx:pt>
          <cx:pt idx="685">57</cx:pt>
          <cx:pt idx="686">61</cx:pt>
          <cx:pt idx="687">60</cx:pt>
          <cx:pt idx="688">69</cx:pt>
          <cx:pt idx="689">62</cx:pt>
          <cx:pt idx="690">74</cx:pt>
          <cx:pt idx="691">47</cx:pt>
          <cx:pt idx="692">8</cx:pt>
          <cx:pt idx="693">50</cx:pt>
          <cx:pt idx="694">42</cx:pt>
          <cx:pt idx="695">49</cx:pt>
          <cx:pt idx="696">69</cx:pt>
          <cx:pt idx="697">75</cx:pt>
          <cx:pt idx="698">73</cx:pt>
          <cx:pt idx="699">73</cx:pt>
          <cx:pt idx="700">58</cx:pt>
          <cx:pt idx="701">63</cx:pt>
          <cx:pt idx="702">77</cx:pt>
          <cx:pt idx="703">0</cx:pt>
          <cx:pt idx="704">65</cx:pt>
          <cx:pt idx="705">57</cx:pt>
          <cx:pt idx="706">71</cx:pt>
          <cx:pt idx="707">73</cx:pt>
          <cx:pt idx="708">72</cx:pt>
          <cx:pt idx="709">63</cx:pt>
          <cx:pt idx="710">50</cx:pt>
          <cx:pt idx="711">0</cx:pt>
          <cx:pt idx="712">79</cx:pt>
          <cx:pt idx="713">74</cx:pt>
          <cx:pt idx="714">48</cx:pt>
          <cx:pt idx="715">60</cx:pt>
          <cx:pt idx="716">78</cx:pt>
          <cx:pt idx="717">59</cx:pt>
          <cx:pt idx="718">70</cx:pt>
          <cx:pt idx="719">0</cx:pt>
          <cx:pt idx="720">74</cx:pt>
          <cx:pt idx="721">0</cx:pt>
          <cx:pt idx="722">69</cx:pt>
          <cx:pt idx="723">66</cx:pt>
          <cx:pt idx="724">47</cx:pt>
          <cx:pt idx="725">71</cx:pt>
          <cx:pt idx="726">58</cx:pt>
          <cx:pt idx="727">68</cx:pt>
          <cx:pt idx="728">60</cx:pt>
          <cx:pt idx="729">0</cx:pt>
          <cx:pt idx="730">63</cx:pt>
          <cx:pt idx="731">68</cx:pt>
          <cx:pt idx="732">68</cx:pt>
          <cx:pt idx="733">66</cx:pt>
          <cx:pt idx="734">68</cx:pt>
          <cx:pt idx="735">51</cx:pt>
          <cx:pt idx="736">67</cx:pt>
          <cx:pt idx="737">74</cx:pt>
          <cx:pt idx="738">72</cx:pt>
          <cx:pt idx="739">64</cx:pt>
          <cx:pt idx="740">77</cx:pt>
          <cx:pt idx="741">59</cx:pt>
          <cx:pt idx="742">73</cx:pt>
          <cx:pt idx="743">59</cx:pt>
          <cx:pt idx="744">76</cx:pt>
          <cx:pt idx="745">67</cx:pt>
          <cx:pt idx="746">55</cx:pt>
          <cx:pt idx="747">49</cx:pt>
          <cx:pt idx="748">59</cx:pt>
          <cx:pt idx="749">55</cx:pt>
          <cx:pt idx="750">63</cx:pt>
          <cx:pt idx="751">67</cx:pt>
          <cx:pt idx="752">81</cx:pt>
          <cx:pt idx="753">59</cx:pt>
          <cx:pt idx="754">54</cx:pt>
          <cx:pt idx="755">62</cx:pt>
          <cx:pt idx="756">51</cx:pt>
          <cx:pt idx="757">68</cx:pt>
          <cx:pt idx="758">53</cx:pt>
          <cx:pt idx="759">62</cx:pt>
          <cx:pt idx="760">71</cx:pt>
          <cx:pt idx="761">1</cx:pt>
          <cx:pt idx="762">63</cx:pt>
          <cx:pt idx="763">69</cx:pt>
          <cx:pt idx="764">61</cx:pt>
          <cx:pt idx="765">70</cx:pt>
          <cx:pt idx="766">63</cx:pt>
          <cx:pt idx="767">71</cx:pt>
          <cx:pt idx="768">77</cx:pt>
          <cx:pt idx="769">61</cx:pt>
          <cx:pt idx="770">54</cx:pt>
          <cx:pt idx="771">61</cx:pt>
          <cx:pt idx="772">65</cx:pt>
          <cx:pt idx="773">65</cx:pt>
          <cx:pt idx="774">53</cx:pt>
          <cx:pt idx="775">66</cx:pt>
          <cx:pt idx="776">65</cx:pt>
          <cx:pt idx="777">52</cx:pt>
          <cx:pt idx="778">61</cx:pt>
          <cx:pt idx="779">64</cx:pt>
          <cx:pt idx="780">4</cx:pt>
          <cx:pt idx="781">70</cx:pt>
          <cx:pt idx="782">57</cx:pt>
          <cx:pt idx="783">78</cx:pt>
          <cx:pt idx="784">40</cx:pt>
          <cx:pt idx="785">64</cx:pt>
          <cx:pt idx="786">66</cx:pt>
          <cx:pt idx="787">46</cx:pt>
          <cx:pt idx="788">66</cx:pt>
          <cx:pt idx="789">60</cx:pt>
          <cx:pt idx="790">77</cx:pt>
          <cx:pt idx="791">68</cx:pt>
          <cx:pt idx="792">61</cx:pt>
          <cx:pt idx="793">58</cx:pt>
          <cx:pt idx="794">78</cx:pt>
          <cx:pt idx="795">59</cx:pt>
          <cx:pt idx="796">53</cx:pt>
          <cx:pt idx="797">62</cx:pt>
          <cx:pt idx="798">1</cx:pt>
          <cx:pt idx="799">0</cx:pt>
          <cx:pt idx="800">58</cx:pt>
          <cx:pt idx="801">55</cx:pt>
          <cx:pt idx="802">70</cx:pt>
          <cx:pt idx="803">64</cx:pt>
          <cx:pt idx="804">66</cx:pt>
          <cx:pt idx="805">2</cx:pt>
          <cx:pt idx="806">0</cx:pt>
          <cx:pt idx="807">68</cx:pt>
          <cx:pt idx="808">68</cx:pt>
          <cx:pt idx="809">70</cx:pt>
          <cx:pt idx="810">61</cx:pt>
          <cx:pt idx="811">35</cx:pt>
          <cx:pt idx="812">75</cx:pt>
          <cx:pt idx="813">81</cx:pt>
          <cx:pt idx="814">59</cx:pt>
          <cx:pt idx="815">51</cx:pt>
          <cx:pt idx="816">75</cx:pt>
          <cx:pt idx="817">65</cx:pt>
          <cx:pt idx="818">78</cx:pt>
          <cx:pt idx="819">72</cx:pt>
          <cx:pt idx="820">52</cx:pt>
          <cx:pt idx="821">83</cx:pt>
          <cx:pt idx="822">59</cx:pt>
          <cx:pt idx="823">76</cx:pt>
          <cx:pt idx="824">60</cx:pt>
          <cx:pt idx="825">68</cx:pt>
          <cx:pt idx="826">59</cx:pt>
          <cx:pt idx="827">62</cx:pt>
          <cx:pt idx="828">60</cx:pt>
          <cx:pt idx="829">63</cx:pt>
          <cx:pt idx="830">65</cx:pt>
          <cx:pt idx="831">1</cx:pt>
          <cx:pt idx="832">74</cx:pt>
          <cx:pt idx="833">57</cx:pt>
          <cx:pt idx="834">59</cx:pt>
          <cx:pt idx="835">67</cx:pt>
          <cx:pt idx="836">48</cx:pt>
          <cx:pt idx="837">2</cx:pt>
          <cx:pt idx="838">74</cx:pt>
          <cx:pt idx="839">43</cx:pt>
          <cx:pt idx="840">59</cx:pt>
          <cx:pt idx="841">75</cx:pt>
          <cx:pt idx="842">62</cx:pt>
          <cx:pt idx="843">70</cx:pt>
          <cx:pt idx="844">76</cx:pt>
          <cx:pt idx="845">74</cx:pt>
          <cx:pt idx="846">71</cx:pt>
          <cx:pt idx="847">64</cx:pt>
          <cx:pt idx="848">66</cx:pt>
          <cx:pt idx="849">60</cx:pt>
          <cx:pt idx="850">0</cx:pt>
          <cx:pt idx="851">78</cx:pt>
          <cx:pt idx="852">60</cx:pt>
          <cx:pt idx="853">56</cx:pt>
          <cx:pt idx="854">55</cx:pt>
          <cx:pt idx="855">57</cx:pt>
          <cx:pt idx="856">62</cx:pt>
          <cx:pt idx="857">53</cx:pt>
          <cx:pt idx="858">63</cx:pt>
          <cx:pt idx="859">52</cx:pt>
          <cx:pt idx="860">65</cx:pt>
          <cx:pt idx="861">72</cx:pt>
          <cx:pt idx="862">0</cx:pt>
          <cx:pt idx="863">70</cx:pt>
          <cx:pt idx="864">73</cx:pt>
          <cx:pt idx="865">83</cx:pt>
          <cx:pt idx="866">50</cx:pt>
          <cx:pt idx="867">57</cx:pt>
          <cx:pt idx="868">57</cx:pt>
          <cx:pt idx="869">60</cx:pt>
          <cx:pt idx="870">60</cx:pt>
          <cx:pt idx="871">70</cx:pt>
          <cx:pt idx="872">0</cx:pt>
          <cx:pt idx="873">72</cx:pt>
          <cx:pt idx="874">73</cx:pt>
          <cx:pt idx="875">63</cx:pt>
          <cx:pt idx="876">76</cx:pt>
          <cx:pt idx="877">43</cx:pt>
          <cx:pt idx="878">76</cx:pt>
          <cx:pt idx="879">76</cx:pt>
          <cx:pt idx="880">64</cx:pt>
          <cx:pt idx="881">63</cx:pt>
          <cx:pt idx="882">48</cx:pt>
          <cx:pt idx="883">67</cx:pt>
          <cx:pt idx="884">77</cx:pt>
          <cx:pt idx="885">50</cx:pt>
          <cx:pt idx="886">69</cx:pt>
          <cx:pt idx="887">63</cx:pt>
          <cx:pt idx="888">77</cx:pt>
          <cx:pt idx="889">47</cx:pt>
          <cx:pt idx="890">50</cx:pt>
          <cx:pt idx="891">45</cx:pt>
          <cx:pt idx="892">26</cx:pt>
          <cx:pt idx="893">54</cx:pt>
          <cx:pt idx="894">68</cx:pt>
          <cx:pt idx="895">76</cx:pt>
          <cx:pt idx="896">57</cx:pt>
          <cx:pt idx="897">78</cx:pt>
          <cx:pt idx="898">70</cx:pt>
          <cx:pt idx="899">58</cx:pt>
          <cx:pt idx="900">72</cx:pt>
          <cx:pt idx="901">69</cx:pt>
          <cx:pt idx="902">77</cx:pt>
          <cx:pt idx="903">68</cx:pt>
          <cx:pt idx="904">63</cx:pt>
          <cx:pt idx="905">1</cx:pt>
          <cx:pt idx="906">74</cx:pt>
          <cx:pt idx="907">60</cx:pt>
          <cx:pt idx="908">74</cx:pt>
          <cx:pt idx="909">67</cx:pt>
          <cx:pt idx="910">73</cx:pt>
          <cx:pt idx="911">60</cx:pt>
          <cx:pt idx="912">49</cx:pt>
          <cx:pt idx="913">70</cx:pt>
          <cx:pt idx="914">69</cx:pt>
          <cx:pt idx="915">55</cx:pt>
          <cx:pt idx="916">65</cx:pt>
          <cx:pt idx="917">73</cx:pt>
          <cx:pt idx="918">68</cx:pt>
          <cx:pt idx="919">58</cx:pt>
          <cx:pt idx="920">66</cx:pt>
          <cx:pt idx="921">73</cx:pt>
          <cx:pt idx="922">82</cx:pt>
          <cx:pt idx="923">52</cx:pt>
          <cx:pt idx="924">36</cx:pt>
          <cx:pt idx="925">72</cx:pt>
          <cx:pt idx="926">3</cx:pt>
          <cx:pt idx="927">69</cx:pt>
          <cx:pt idx="928">43</cx:pt>
          <cx:pt idx="929">1</cx:pt>
          <cx:pt idx="930">47</cx:pt>
          <cx:pt idx="931">71</cx:pt>
          <cx:pt idx="932">69</cx:pt>
          <cx:pt idx="933">66</cx:pt>
          <cx:pt idx="934">77</cx:pt>
          <cx:pt idx="935">65</cx:pt>
          <cx:pt idx="936">0</cx:pt>
          <cx:pt idx="937">59</cx:pt>
          <cx:pt idx="938">68</cx:pt>
          <cx:pt idx="939">49</cx:pt>
          <cx:pt idx="940">68</cx:pt>
          <cx:pt idx="941">63</cx:pt>
          <cx:pt idx="942">68</cx:pt>
          <cx:pt idx="943">73</cx:pt>
          <cx:pt idx="944">75</cx:pt>
          <cx:pt idx="945">61</cx:pt>
          <cx:pt idx="946">79</cx:pt>
          <cx:pt idx="947">62</cx:pt>
          <cx:pt idx="948">48</cx:pt>
          <cx:pt idx="949">67</cx:pt>
          <cx:pt idx="950">75</cx:pt>
          <cx:pt idx="951">70</cx:pt>
          <cx:pt idx="952">35</cx:pt>
          <cx:pt idx="953">1</cx:pt>
          <cx:pt idx="954">75</cx:pt>
          <cx:pt idx="955">65</cx:pt>
          <cx:pt idx="956">68</cx:pt>
          <cx:pt idx="957">79</cx:pt>
          <cx:pt idx="958">51</cx:pt>
          <cx:pt idx="959">0</cx:pt>
          <cx:pt idx="960">75</cx:pt>
          <cx:pt idx="961">64</cx:pt>
          <cx:pt idx="962">49</cx:pt>
          <cx:pt idx="963">78</cx:pt>
          <cx:pt idx="964">0</cx:pt>
          <cx:pt idx="965">68</cx:pt>
          <cx:pt idx="966">16</cx:pt>
          <cx:pt idx="967">65</cx:pt>
          <cx:pt idx="968">69</cx:pt>
          <cx:pt idx="969">57</cx:pt>
          <cx:pt idx="970">21</cx:pt>
          <cx:pt idx="971">56</cx:pt>
          <cx:pt idx="972">53</cx:pt>
          <cx:pt idx="973">64</cx:pt>
          <cx:pt idx="974">71</cx:pt>
          <cx:pt idx="975">73</cx:pt>
          <cx:pt idx="976">0</cx:pt>
          <cx:pt idx="977">0</cx:pt>
          <cx:pt idx="978">67</cx:pt>
          <cx:pt idx="979">61</cx:pt>
          <cx:pt idx="980">77</cx:pt>
          <cx:pt idx="981">69</cx:pt>
          <cx:pt idx="982">64</cx:pt>
          <cx:pt idx="983">84</cx:pt>
          <cx:pt idx="984">54</cx:pt>
          <cx:pt idx="985">55</cx:pt>
          <cx:pt idx="986">0</cx:pt>
          <cx:pt idx="987">72</cx:pt>
          <cx:pt idx="988">55</cx:pt>
          <cx:pt idx="989">67</cx:pt>
          <cx:pt idx="990">64</cx:pt>
          <cx:pt idx="991">71</cx:pt>
          <cx:pt idx="992">71</cx:pt>
          <cx:pt idx="993">73</cx:pt>
          <cx:pt idx="994">66</cx:pt>
          <cx:pt idx="995">59</cx:pt>
          <cx:pt idx="996">68</cx:pt>
          <cx:pt idx="997">74</cx:pt>
          <cx:pt idx="998">74</cx:pt>
          <cx:pt idx="999">78</cx:pt>
          <cx:pt idx="1000">59</cx:pt>
          <cx:pt idx="1001">58</cx:pt>
          <cx:pt idx="1002">74</cx:pt>
          <cx:pt idx="1003">81</cx:pt>
          <cx:pt idx="1004">57</cx:pt>
          <cx:pt idx="1005">79</cx:pt>
          <cx:pt idx="1006">0</cx:pt>
          <cx:pt idx="1007">80</cx:pt>
          <cx:pt idx="1008">69</cx:pt>
          <cx:pt idx="1009">86</cx:pt>
          <cx:pt idx="1010">42</cx:pt>
          <cx:pt idx="1011">66</cx:pt>
          <cx:pt idx="1012">50</cx:pt>
          <cx:pt idx="1013">57</cx:pt>
          <cx:pt idx="1014">58</cx:pt>
          <cx:pt idx="1015">80</cx:pt>
          <cx:pt idx="1016">74</cx:pt>
          <cx:pt idx="1017">72</cx:pt>
          <cx:pt idx="1018">84</cx:pt>
          <cx:pt idx="1019">49</cx:pt>
          <cx:pt idx="1020">0</cx:pt>
          <cx:pt idx="1021">0</cx:pt>
          <cx:pt idx="1022">0</cx:pt>
          <cx:pt idx="1023">2</cx:pt>
          <cx:pt idx="1024">67</cx:pt>
          <cx:pt idx="1025">64</cx:pt>
          <cx:pt idx="1026">0</cx:pt>
          <cx:pt idx="1027">65</cx:pt>
          <cx:pt idx="1028">79</cx:pt>
          <cx:pt idx="1029">47</cx:pt>
          <cx:pt idx="1030">77</cx:pt>
          <cx:pt idx="1031">59</cx:pt>
          <cx:pt idx="1032">57</cx:pt>
          <cx:pt idx="1033">62</cx:pt>
          <cx:pt idx="1034">62</cx:pt>
          <cx:pt idx="1035">51</cx:pt>
          <cx:pt idx="1036">54</cx:pt>
          <cx:pt idx="1037">68</cx:pt>
          <cx:pt idx="1038">0</cx:pt>
          <cx:pt idx="1039">57</cx:pt>
          <cx:pt idx="1040">79</cx:pt>
          <cx:pt idx="1041">65</cx:pt>
          <cx:pt idx="1042">0</cx:pt>
          <cx:pt idx="1043">66</cx:pt>
          <cx:pt idx="1044">75</cx:pt>
          <cx:pt idx="1045">79</cx:pt>
          <cx:pt idx="1046">73</cx:pt>
          <cx:pt idx="1047">65</cx:pt>
          <cx:pt idx="1048">77</cx:pt>
          <cx:pt idx="1049">82</cx:pt>
          <cx:pt idx="1050">79</cx:pt>
          <cx:pt idx="1051">74</cx:pt>
          <cx:pt idx="1052">61</cx:pt>
          <cx:pt idx="1053">72</cx:pt>
          <cx:pt idx="1054">76</cx:pt>
          <cx:pt idx="1055">69</cx:pt>
          <cx:pt idx="1056">73</cx:pt>
          <cx:pt idx="1057">79</cx:pt>
          <cx:pt idx="1058">61</cx:pt>
          <cx:pt idx="1059">53</cx:pt>
          <cx:pt idx="1060">77</cx:pt>
          <cx:pt idx="1061">54</cx:pt>
          <cx:pt idx="1062">76</cx:pt>
          <cx:pt idx="1063">80</cx:pt>
          <cx:pt idx="1064">61</cx:pt>
          <cx:pt idx="1065">76</cx:pt>
          <cx:pt idx="1066">68</cx:pt>
          <cx:pt idx="1067">0</cx:pt>
          <cx:pt idx="1068">57</cx:pt>
          <cx:pt idx="1069">58</cx:pt>
          <cx:pt idx="1070">78</cx:pt>
          <cx:pt idx="1071">67</cx:pt>
          <cx:pt idx="1072">72</cx:pt>
          <cx:pt idx="1073">47</cx:pt>
          <cx:pt idx="1074">71</cx:pt>
          <cx:pt idx="1075">36</cx:pt>
          <cx:pt idx="1076">56</cx:pt>
          <cx:pt idx="1077">55</cx:pt>
          <cx:pt idx="1078">77</cx:pt>
          <cx:pt idx="1079">77</cx:pt>
          <cx:pt idx="1080">73</cx:pt>
          <cx:pt idx="1081">76</cx:pt>
          <cx:pt idx="1082">62</cx:pt>
          <cx:pt idx="1083">62</cx:pt>
          <cx:pt idx="1084">75</cx:pt>
          <cx:pt idx="1085">82</cx:pt>
          <cx:pt idx="1086">67</cx:pt>
          <cx:pt idx="1087">42</cx:pt>
          <cx:pt idx="1088">76</cx:pt>
          <cx:pt idx="1089">52</cx:pt>
          <cx:pt idx="1090">65</cx:pt>
          <cx:pt idx="1091">71</cx:pt>
          <cx:pt idx="1092">72</cx:pt>
          <cx:pt idx="1093">59</cx:pt>
          <cx:pt idx="1094">67</cx:pt>
          <cx:pt idx="1095">56</cx:pt>
          <cx:pt idx="1096">67</cx:pt>
          <cx:pt idx="1097">77</cx:pt>
          <cx:pt idx="1098">0</cx:pt>
          <cx:pt idx="1099">82</cx:pt>
          <cx:pt idx="1100">52</cx:pt>
          <cx:pt idx="1101">61</cx:pt>
          <cx:pt idx="1102">62</cx:pt>
          <cx:pt idx="1103">58</cx:pt>
          <cx:pt idx="1104">57</cx:pt>
          <cx:pt idx="1105">73</cx:pt>
          <cx:pt idx="1106">76</cx:pt>
          <cx:pt idx="1107">68</cx:pt>
          <cx:pt idx="1108">62</cx:pt>
          <cx:pt idx="1109">68</cx:pt>
          <cx:pt idx="1110">76</cx:pt>
          <cx:pt idx="1111">35</cx:pt>
          <cx:pt idx="1112">72</cx:pt>
          <cx:pt idx="1113">60</cx:pt>
          <cx:pt idx="1114">68</cx:pt>
          <cx:pt idx="1115">68</cx:pt>
          <cx:pt idx="1116">72</cx:pt>
          <cx:pt idx="1117">72</cx:pt>
          <cx:pt idx="1118">48</cx:pt>
          <cx:pt idx="1119">40</cx:pt>
          <cx:pt idx="1120">59</cx:pt>
          <cx:pt idx="1121">57</cx:pt>
          <cx:pt idx="1122">55</cx:pt>
          <cx:pt idx="1123">69</cx:pt>
          <cx:pt idx="1124">71</cx:pt>
          <cx:pt idx="1125">71</cx:pt>
          <cx:pt idx="1126">75</cx:pt>
          <cx:pt idx="1127">75</cx:pt>
          <cx:pt idx="1128">62</cx:pt>
          <cx:pt idx="1129">73</cx:pt>
          <cx:pt idx="1130">68</cx:pt>
          <cx:pt idx="1131">80</cx:pt>
          <cx:pt idx="1132">63</cx:pt>
          <cx:pt idx="1133">70</cx:pt>
          <cx:pt idx="1134">27</cx:pt>
          <cx:pt idx="1135">73</cx:pt>
          <cx:pt idx="1136">80</cx:pt>
          <cx:pt idx="1137">47</cx:pt>
          <cx:pt idx="1138">0</cx:pt>
          <cx:pt idx="1139">74</cx:pt>
          <cx:pt idx="1140">61</cx:pt>
          <cx:pt idx="1141">58</cx:pt>
          <cx:pt idx="1142">74</cx:pt>
          <cx:pt idx="1143">61</cx:pt>
          <cx:pt idx="1144">67</cx:pt>
          <cx:pt idx="1145">74</cx:pt>
          <cx:pt idx="1146">68</cx:pt>
          <cx:pt idx="1147">67</cx:pt>
          <cx:pt idx="1148">73</cx:pt>
          <cx:pt idx="1149">82</cx:pt>
          <cx:pt idx="1150">73</cx:pt>
          <cx:pt idx="1151">83</cx:pt>
          <cx:pt idx="1152">74</cx:pt>
          <cx:pt idx="1153">60</cx:pt>
          <cx:pt idx="1154">72</cx:pt>
          <cx:pt idx="1155">72</cx:pt>
          <cx:pt idx="1156">58</cx:pt>
          <cx:pt idx="1157">76</cx:pt>
          <cx:pt idx="1158">63</cx:pt>
          <cx:pt idx="1159">72</cx:pt>
          <cx:pt idx="1160">72</cx:pt>
          <cx:pt idx="1161">67</cx:pt>
          <cx:pt idx="1162">52</cx:pt>
          <cx:pt idx="1163">56</cx:pt>
          <cx:pt idx="1164">61</cx:pt>
          <cx:pt idx="1165">77</cx:pt>
          <cx:pt idx="1166">1</cx:pt>
          <cx:pt idx="1167">71</cx:pt>
          <cx:pt idx="1168">70</cx:pt>
          <cx:pt idx="1169">46</cx:pt>
          <cx:pt idx="1170">71</cx:pt>
          <cx:pt idx="1171">62</cx:pt>
          <cx:pt idx="1172">52</cx:pt>
          <cx:pt idx="1173">61</cx:pt>
          <cx:pt idx="1174">77</cx:pt>
          <cx:pt idx="1175">79</cx:pt>
          <cx:pt idx="1176">54</cx:pt>
          <cx:pt idx="1177">37</cx:pt>
          <cx:pt idx="1178">62</cx:pt>
          <cx:pt idx="1179">58</cx:pt>
          <cx:pt idx="1180">53</cx:pt>
          <cx:pt idx="1181">69</cx:pt>
          <cx:pt idx="1182">63</cx:pt>
          <cx:pt idx="1183">70</cx:pt>
          <cx:pt idx="1184">81</cx:pt>
          <cx:pt idx="1185">47</cx:pt>
          <cx:pt idx="1186">76</cx:pt>
          <cx:pt idx="1187">59</cx:pt>
          <cx:pt idx="1188">0</cx:pt>
          <cx:pt idx="1189">66</cx:pt>
          <cx:pt idx="1190">61</cx:pt>
          <cx:pt idx="1191">61</cx:pt>
          <cx:pt idx="1192">67</cx:pt>
          <cx:pt idx="1193">76</cx:pt>
          <cx:pt idx="1194">79</cx:pt>
          <cx:pt idx="1195">57</cx:pt>
          <cx:pt idx="1196">73</cx:pt>
          <cx:pt idx="1197">57</cx:pt>
          <cx:pt idx="1198">61</cx:pt>
          <cx:pt idx="1199">69</cx:pt>
          <cx:pt idx="1200">79</cx:pt>
          <cx:pt idx="1201">57</cx:pt>
          <cx:pt idx="1202">64</cx:pt>
          <cx:pt idx="1203">63</cx:pt>
          <cx:pt idx="1204">61</cx:pt>
          <cx:pt idx="1205">84</cx:pt>
          <cx:pt idx="1206">0</cx:pt>
          <cx:pt idx="1207">69</cx:pt>
          <cx:pt idx="1208">68</cx:pt>
          <cx:pt idx="1209">79</cx:pt>
          <cx:pt idx="1210">68</cx:pt>
          <cx:pt idx="1211">57</cx:pt>
          <cx:pt idx="1212">74</cx:pt>
          <cx:pt idx="1213">76</cx:pt>
          <cx:pt idx="1214">56</cx:pt>
          <cx:pt idx="1215">73</cx:pt>
          <cx:pt idx="1216">71</cx:pt>
          <cx:pt idx="1217">66</cx:pt>
          <cx:pt idx="1218">62</cx:pt>
          <cx:pt idx="1219">73</cx:pt>
          <cx:pt idx="1220">71</cx:pt>
          <cx:pt idx="1221">80</cx:pt>
          <cx:pt idx="1222">69</cx:pt>
          <cx:pt idx="1223">56</cx:pt>
          <cx:pt idx="1224">64</cx:pt>
          <cx:pt idx="1225">68</cx:pt>
          <cx:pt idx="1226">0</cx:pt>
          <cx:pt idx="1227">57</cx:pt>
          <cx:pt idx="1228">78</cx:pt>
          <cx:pt idx="1229">71</cx:pt>
          <cx:pt idx="1230">68</cx:pt>
          <cx:pt idx="1231">69</cx:pt>
          <cx:pt idx="1232">78</cx:pt>
          <cx:pt idx="1233">60</cx:pt>
          <cx:pt idx="1234">78</cx:pt>
          <cx:pt idx="1235">57</cx:pt>
          <cx:pt idx="1236">61</cx:pt>
          <cx:pt idx="1237">66</cx:pt>
          <cx:pt idx="1238">0</cx:pt>
          <cx:pt idx="1239">76</cx:pt>
          <cx:pt idx="1240">67</cx:pt>
          <cx:pt idx="1241">71</cx:pt>
          <cx:pt idx="1242">0</cx:pt>
          <cx:pt idx="1243">70</cx:pt>
          <cx:pt idx="1244">1</cx:pt>
          <cx:pt idx="1245">51</cx:pt>
          <cx:pt idx="1246">82</cx:pt>
          <cx:pt idx="1247">73</cx:pt>
          <cx:pt idx="1248">73</cx:pt>
          <cx:pt idx="1249">73</cx:pt>
          <cx:pt idx="1250">79</cx:pt>
          <cx:pt idx="1251">61</cx:pt>
          <cx:pt idx="1252">73</cx:pt>
          <cx:pt idx="1253">71</cx:pt>
          <cx:pt idx="1254">53</cx:pt>
          <cx:pt idx="1255">85</cx:pt>
          <cx:pt idx="1256">0</cx:pt>
          <cx:pt idx="1257">64</cx:pt>
          <cx:pt idx="1258">82</cx:pt>
          <cx:pt idx="1259">63</cx:pt>
          <cx:pt idx="1260">67</cx:pt>
          <cx:pt idx="1261">85</cx:pt>
          <cx:pt idx="1262">0</cx:pt>
          <cx:pt idx="1263">67</cx:pt>
          <cx:pt idx="1264">1</cx:pt>
          <cx:pt idx="1265">75</cx:pt>
          <cx:pt idx="1266">56</cx:pt>
          <cx:pt idx="1267">64</cx:pt>
          <cx:pt idx="1268">79</cx:pt>
          <cx:pt idx="1269">65</cx:pt>
          <cx:pt idx="1270">74</cx:pt>
          <cx:pt idx="1271">57</cx:pt>
          <cx:pt idx="1272">52</cx:pt>
          <cx:pt idx="1273">69</cx:pt>
          <cx:pt idx="1274">64</cx:pt>
          <cx:pt idx="1275">73</cx:pt>
          <cx:pt idx="1276">72</cx:pt>
          <cx:pt idx="1277">62</cx:pt>
          <cx:pt idx="1278">63</cx:pt>
          <cx:pt idx="1279">77</cx:pt>
          <cx:pt idx="1280">65</cx:pt>
          <cx:pt idx="1281">77</cx:pt>
          <cx:pt idx="1282">78</cx:pt>
          <cx:pt idx="1283">63</cx:pt>
          <cx:pt idx="1284">63</cx:pt>
          <cx:pt idx="1285">52</cx:pt>
          <cx:pt idx="1286">69</cx:pt>
          <cx:pt idx="1287">55</cx:pt>
          <cx:pt idx="1288">64</cx:pt>
          <cx:pt idx="1289">0</cx:pt>
          <cx:pt idx="1290">61</cx:pt>
          <cx:pt idx="1291">59</cx:pt>
          <cx:pt idx="1292">66</cx:pt>
          <cx:pt idx="1293">61</cx:pt>
          <cx:pt idx="1294">67</cx:pt>
          <cx:pt idx="1295">59</cx:pt>
          <cx:pt idx="1296">73</cx:pt>
          <cx:pt idx="1297">78</cx:pt>
          <cx:pt idx="1298">66</cx:pt>
          <cx:pt idx="1299">73</cx:pt>
          <cx:pt idx="1300">82</cx:pt>
          <cx:pt idx="1301">56</cx:pt>
          <cx:pt idx="1302">56</cx:pt>
          <cx:pt idx="1303">57</cx:pt>
          <cx:pt idx="1304">0</cx:pt>
          <cx:pt idx="1305">77</cx:pt>
          <cx:pt idx="1306">62</cx:pt>
          <cx:pt idx="1307">62</cx:pt>
          <cx:pt idx="1308">82</cx:pt>
          <cx:pt idx="1309">62</cx:pt>
          <cx:pt idx="1310">75</cx:pt>
          <cx:pt idx="1311">68</cx:pt>
          <cx:pt idx="1312">64</cx:pt>
          <cx:pt idx="1313">69</cx:pt>
          <cx:pt idx="1314">55</cx:pt>
          <cx:pt idx="1315">39</cx:pt>
          <cx:pt idx="1316">0</cx:pt>
          <cx:pt idx="1317">46</cx:pt>
          <cx:pt idx="1318">61</cx:pt>
          <cx:pt idx="1319">33</cx:pt>
          <cx:pt idx="1320">77</cx:pt>
          <cx:pt idx="1321">50</cx:pt>
          <cx:pt idx="1322">32</cx:pt>
          <cx:pt idx="1323">76</cx:pt>
          <cx:pt idx="1324">67</cx:pt>
          <cx:pt idx="1325">78</cx:pt>
          <cx:pt idx="1326">54</cx:pt>
          <cx:pt idx="1327">72</cx:pt>
          <cx:pt idx="1328">39</cx:pt>
          <cx:pt idx="1329">65</cx:pt>
          <cx:pt idx="1330">56</cx:pt>
          <cx:pt idx="1331">61</cx:pt>
          <cx:pt idx="1332">60</cx:pt>
          <cx:pt idx="1333">0</cx:pt>
          <cx:pt idx="1334">0</cx:pt>
          <cx:pt idx="1335">71</cx:pt>
          <cx:pt idx="1336">65</cx:pt>
          <cx:pt idx="1337">68</cx:pt>
          <cx:pt idx="1338">73</cx:pt>
          <cx:pt idx="1339">75</cx:pt>
          <cx:pt idx="1340">75</cx:pt>
          <cx:pt idx="1341">74</cx:pt>
          <cx:pt idx="1342">80</cx:pt>
          <cx:pt idx="1343">68</cx:pt>
          <cx:pt idx="1344">59</cx:pt>
          <cx:pt idx="1345">66</cx:pt>
          <cx:pt idx="1346">58</cx:pt>
          <cx:pt idx="1347">81</cx:pt>
          <cx:pt idx="1348">75</cx:pt>
          <cx:pt idx="1349">71</cx:pt>
          <cx:pt idx="1350">66</cx:pt>
          <cx:pt idx="1351">68</cx:pt>
          <cx:pt idx="1352">69</cx:pt>
          <cx:pt idx="1353">74</cx:pt>
          <cx:pt idx="1354">69</cx:pt>
          <cx:pt idx="1355">80</cx:pt>
          <cx:pt idx="1356">60</cx:pt>
          <cx:pt idx="1357">70</cx:pt>
          <cx:pt idx="1358">59</cx:pt>
          <cx:pt idx="1359">57</cx:pt>
          <cx:pt idx="1360">47</cx:pt>
          <cx:pt idx="1361">73</cx:pt>
          <cx:pt idx="1362">53</cx:pt>
          <cx:pt idx="1363">68</cx:pt>
          <cx:pt idx="1364">0</cx:pt>
          <cx:pt idx="1365">62</cx:pt>
          <cx:pt idx="1366">65</cx:pt>
          <cx:pt idx="1367">76</cx:pt>
          <cx:pt idx="1368">57</cx:pt>
          <cx:pt idx="1369">61</cx:pt>
          <cx:pt idx="1370">62</cx:pt>
          <cx:pt idx="1371">69</cx:pt>
          <cx:pt idx="1372">83</cx:pt>
          <cx:pt idx="1373">52</cx:pt>
          <cx:pt idx="1374">63</cx:pt>
          <cx:pt idx="1375">73</cx:pt>
          <cx:pt idx="1376">2</cx:pt>
          <cx:pt idx="1377">60</cx:pt>
          <cx:pt idx="1378">56</cx:pt>
          <cx:pt idx="1379">51</cx:pt>
          <cx:pt idx="1380">59</cx:pt>
          <cx:pt idx="1381">77</cx:pt>
          <cx:pt idx="1382">67</cx:pt>
          <cx:pt idx="1383">80</cx:pt>
          <cx:pt idx="1384">74</cx:pt>
          <cx:pt idx="1385">58</cx:pt>
          <cx:pt idx="1386">0</cx:pt>
          <cx:pt idx="1387">62</cx:pt>
          <cx:pt idx="1388">71</cx:pt>
          <cx:pt idx="1389">75</cx:pt>
          <cx:pt idx="1390">1</cx:pt>
          <cx:pt idx="1391">51</cx:pt>
          <cx:pt idx="1392">64</cx:pt>
          <cx:pt idx="1393">73</cx:pt>
          <cx:pt idx="1394">82</cx:pt>
          <cx:pt idx="1395">0</cx:pt>
          <cx:pt idx="1396">2</cx:pt>
          <cx:pt idx="1397">61</cx:pt>
          <cx:pt idx="1398">69</cx:pt>
          <cx:pt idx="1399">69</cx:pt>
          <cx:pt idx="1400">66</cx:pt>
          <cx:pt idx="1401">77</cx:pt>
          <cx:pt idx="1402">65</cx:pt>
          <cx:pt idx="1403">65</cx:pt>
          <cx:pt idx="1404">54</cx:pt>
          <cx:pt idx="1405">73</cx:pt>
          <cx:pt idx="1406">53</cx:pt>
          <cx:pt idx="1407">81</cx:pt>
          <cx:pt idx="1408">75</cx:pt>
          <cx:pt idx="1409">57</cx:pt>
          <cx:pt idx="1410">59</cx:pt>
          <cx:pt idx="1411">77</cx:pt>
          <cx:pt idx="1412">60</cx:pt>
          <cx:pt idx="1413">1</cx:pt>
          <cx:pt idx="1414">66</cx:pt>
          <cx:pt idx="1415">78</cx:pt>
          <cx:pt idx="1416">78</cx:pt>
          <cx:pt idx="1417">67</cx:pt>
          <cx:pt idx="1418">75</cx:pt>
          <cx:pt idx="1419">74</cx:pt>
          <cx:pt idx="1420">0</cx:pt>
          <cx:pt idx="1421">81</cx:pt>
          <cx:pt idx="1422">0</cx:pt>
          <cx:pt idx="1423">56</cx:pt>
          <cx:pt idx="1424">55</cx:pt>
          <cx:pt idx="1425">2</cx:pt>
          <cx:pt idx="1426">3</cx:pt>
          <cx:pt idx="1427">0</cx:pt>
          <cx:pt idx="1428">80</cx:pt>
          <cx:pt idx="1429">65</cx:pt>
          <cx:pt idx="1430">67</cx:pt>
          <cx:pt idx="1431">75</cx:pt>
          <cx:pt idx="1432">1</cx:pt>
          <cx:pt idx="1433">67</cx:pt>
          <cx:pt idx="1434">78</cx:pt>
          <cx:pt idx="1435">64</cx:pt>
          <cx:pt idx="1436">67</cx:pt>
          <cx:pt idx="1437">79</cx:pt>
          <cx:pt idx="1438">74</cx:pt>
          <cx:pt idx="1439">57</cx:pt>
          <cx:pt idx="1440">0</cx:pt>
          <cx:pt idx="1441">58</cx:pt>
          <cx:pt idx="1442">82</cx:pt>
          <cx:pt idx="1443">81</cx:pt>
          <cx:pt idx="1444">84</cx:pt>
          <cx:pt idx="1445">61</cx:pt>
          <cx:pt idx="1446">60</cx:pt>
          <cx:pt idx="1447">70</cx:pt>
          <cx:pt idx="1448">70</cx:pt>
          <cx:pt idx="1449">74</cx:pt>
          <cx:pt idx="1450">62</cx:pt>
          <cx:pt idx="1451">57</cx:pt>
          <cx:pt idx="1452">68</cx:pt>
          <cx:pt idx="1453">66</cx:pt>
          <cx:pt idx="1454">0</cx:pt>
          <cx:pt idx="1455">52</cx:pt>
          <cx:pt idx="1456">0</cx:pt>
          <cx:pt idx="1457">0</cx:pt>
          <cx:pt idx="1458">68</cx:pt>
          <cx:pt idx="1459">45</cx:pt>
          <cx:pt idx="1460">78</cx:pt>
          <cx:pt idx="1461">75</cx:pt>
          <cx:pt idx="1462">69</cx:pt>
          <cx:pt idx="1463">55</cx:pt>
          <cx:pt idx="1464">56</cx:pt>
          <cx:pt idx="1465">69</cx:pt>
          <cx:pt idx="1466">0</cx:pt>
          <cx:pt idx="1467">0</cx:pt>
          <cx:pt idx="1468">54</cx:pt>
          <cx:pt idx="1469">80</cx:pt>
          <cx:pt idx="1470">53</cx:pt>
          <cx:pt idx="1471">61</cx:pt>
          <cx:pt idx="1472">71</cx:pt>
          <cx:pt idx="1473">68</cx:pt>
          <cx:pt idx="1474">69</cx:pt>
          <cx:pt idx="1475">71</cx:pt>
          <cx:pt idx="1476">67</cx:pt>
          <cx:pt idx="1477">0</cx:pt>
          <cx:pt idx="1478">75</cx:pt>
          <cx:pt idx="1479">0</cx:pt>
          <cx:pt idx="1480">74</cx:pt>
          <cx:pt idx="1481">84</cx:pt>
          <cx:pt idx="1482">72</cx:pt>
          <cx:pt idx="1483">72</cx:pt>
          <cx:pt idx="1484">64</cx:pt>
          <cx:pt idx="1485">58</cx:pt>
          <cx:pt idx="1486">68</cx:pt>
          <cx:pt idx="1487">75</cx:pt>
          <cx:pt idx="1488">67</cx:pt>
          <cx:pt idx="1489">79</cx:pt>
          <cx:pt idx="1490">4</cx:pt>
          <cx:pt idx="1491">64</cx:pt>
          <cx:pt idx="1492">75</cx:pt>
          <cx:pt idx="1493">76</cx:pt>
          <cx:pt idx="1494">46</cx:pt>
          <cx:pt idx="1495">63</cx:pt>
          <cx:pt idx="1496">71</cx:pt>
          <cx:pt idx="1497">0</cx:pt>
          <cx:pt idx="1498">70</cx:pt>
          <cx:pt idx="1499">50</cx:pt>
          <cx:pt idx="1500">66</cx:pt>
          <cx:pt idx="1501">57</cx:pt>
          <cx:pt idx="1502">68</cx:pt>
          <cx:pt idx="1503">4</cx:pt>
          <cx:pt idx="1504">84</cx:pt>
          <cx:pt idx="1505">64</cx:pt>
          <cx:pt idx="1506">65</cx:pt>
          <cx:pt idx="1507">83</cx:pt>
          <cx:pt idx="1508">49</cx:pt>
          <cx:pt idx="1509">56</cx:pt>
          <cx:pt idx="1510">68</cx:pt>
          <cx:pt idx="1511">61</cx:pt>
          <cx:pt idx="1512">82</cx:pt>
          <cx:pt idx="1513">67</cx:pt>
          <cx:pt idx="1514">63</cx:pt>
          <cx:pt idx="1515">57</cx:pt>
          <cx:pt idx="1516">73</cx:pt>
          <cx:pt idx="1517">71</cx:pt>
          <cx:pt idx="1518">55</cx:pt>
          <cx:pt idx="1519">58</cx:pt>
          <cx:pt idx="1520">54</cx:pt>
          <cx:pt idx="1521">59</cx:pt>
          <cx:pt idx="1522">68</cx:pt>
          <cx:pt idx="1523">69</cx:pt>
          <cx:pt idx="1524">55</cx:pt>
          <cx:pt idx="1525">71</cx:pt>
          <cx:pt idx="1526">48</cx:pt>
          <cx:pt idx="1527">60</cx:pt>
          <cx:pt idx="1528">71</cx:pt>
          <cx:pt idx="1529">83</cx:pt>
          <cx:pt idx="1530">57</cx:pt>
          <cx:pt idx="1531">0</cx:pt>
          <cx:pt idx="1532">61</cx:pt>
          <cx:pt idx="1533">54</cx:pt>
          <cx:pt idx="1534">75</cx:pt>
          <cx:pt idx="1535">32</cx:pt>
          <cx:pt idx="1536">65</cx:pt>
          <cx:pt idx="1537">52</cx:pt>
          <cx:pt idx="1538">76</cx:pt>
          <cx:pt idx="1539">63</cx:pt>
          <cx:pt idx="1540">80</cx:pt>
          <cx:pt idx="1541">56</cx:pt>
          <cx:pt idx="1542">79</cx:pt>
          <cx:pt idx="1543">81</cx:pt>
          <cx:pt idx="1544">66</cx:pt>
          <cx:pt idx="1545">67</cx:pt>
          <cx:pt idx="1546">69</cx:pt>
          <cx:pt idx="1547">79</cx:pt>
          <cx:pt idx="1548">72</cx:pt>
          <cx:pt idx="1549">81</cx:pt>
          <cx:pt idx="1550">54</cx:pt>
          <cx:pt idx="1551">74</cx:pt>
          <cx:pt idx="1552">0</cx:pt>
          <cx:pt idx="1553">73</cx:pt>
          <cx:pt idx="1554">59</cx:pt>
          <cx:pt idx="1555">46</cx:pt>
          <cx:pt idx="1556">81</cx:pt>
          <cx:pt idx="1557">48</cx:pt>
          <cx:pt idx="1558">83</cx:pt>
          <cx:pt idx="1559">61</cx:pt>
          <cx:pt idx="1560">1</cx:pt>
          <cx:pt idx="1561">54</cx:pt>
          <cx:pt idx="1562">74</cx:pt>
          <cx:pt idx="1563">0</cx:pt>
          <cx:pt idx="1564">57</cx:pt>
          <cx:pt idx="1565">61</cx:pt>
          <cx:pt idx="1566">77</cx:pt>
          <cx:pt idx="1567">81</cx:pt>
          <cx:pt idx="1568">79</cx:pt>
          <cx:pt idx="1569">81</cx:pt>
          <cx:pt idx="1570">71</cx:pt>
          <cx:pt idx="1571">58</cx:pt>
          <cx:pt idx="1572">69</cx:pt>
          <cx:pt idx="1573">0</cx:pt>
          <cx:pt idx="1574">79</cx:pt>
          <cx:pt idx="1575">72</cx:pt>
          <cx:pt idx="1576">67</cx:pt>
          <cx:pt idx="1577">21</cx:pt>
          <cx:pt idx="1578">66</cx:pt>
          <cx:pt idx="1579">72</cx:pt>
          <cx:pt idx="1580">79</cx:pt>
          <cx:pt idx="1581">58</cx:pt>
          <cx:pt idx="1582">71</cx:pt>
          <cx:pt idx="1583">56</cx:pt>
          <cx:pt idx="1584">42</cx:pt>
          <cx:pt idx="1585">0</cx:pt>
          <cx:pt idx="1586">74</cx:pt>
          <cx:pt idx="1587">75</cx:pt>
          <cx:pt idx="1588">69</cx:pt>
          <cx:pt idx="1589">64</cx:pt>
          <cx:pt idx="1590">56</cx:pt>
          <cx:pt idx="1591">78</cx:pt>
          <cx:pt idx="1592">70</cx:pt>
          <cx:pt idx="1593">79</cx:pt>
          <cx:pt idx="1594">75</cx:pt>
          <cx:pt idx="1595">68</cx:pt>
          <cx:pt idx="1596">89</cx:pt>
          <cx:pt idx="1597">56</cx:pt>
          <cx:pt idx="1598">7</cx:pt>
          <cx:pt idx="1599">69</cx:pt>
          <cx:pt idx="1600">38</cx:pt>
          <cx:pt idx="1601">78</cx:pt>
          <cx:pt idx="1602">71</cx:pt>
          <cx:pt idx="1603">56</cx:pt>
          <cx:pt idx="1604">75</cx:pt>
          <cx:pt idx="1605">63</cx:pt>
          <cx:pt idx="1606">34</cx:pt>
          <cx:pt idx="1607">0</cx:pt>
          <cx:pt idx="1608">60</cx:pt>
          <cx:pt idx="1609">74</cx:pt>
          <cx:pt idx="1610">72</cx:pt>
          <cx:pt idx="1611">75</cx:pt>
          <cx:pt idx="1612">68</cx:pt>
          <cx:pt idx="1613">66</cx:pt>
          <cx:pt idx="1614">77</cx:pt>
          <cx:pt idx="1615">81</cx:pt>
          <cx:pt idx="1616">59</cx:pt>
          <cx:pt idx="1617">65</cx:pt>
          <cx:pt idx="1618">70</cx:pt>
          <cx:pt idx="1619">77</cx:pt>
          <cx:pt idx="1620">56</cx:pt>
          <cx:pt idx="1621">66</cx:pt>
          <cx:pt idx="1622">76</cx:pt>
          <cx:pt idx="1623">73</cx:pt>
          <cx:pt idx="1624">54</cx:pt>
          <cx:pt idx="1625">67</cx:pt>
          <cx:pt idx="1626">77</cx:pt>
          <cx:pt idx="1627">66</cx:pt>
          <cx:pt idx="1628">0</cx:pt>
          <cx:pt idx="1629">76</cx:pt>
          <cx:pt idx="1630">76</cx:pt>
          <cx:pt idx="1631">71</cx:pt>
          <cx:pt idx="1632">69</cx:pt>
          <cx:pt idx="1633">80</cx:pt>
          <cx:pt idx="1634">69</cx:pt>
          <cx:pt idx="1635">78</cx:pt>
          <cx:pt idx="1636">59</cx:pt>
          <cx:pt idx="1637">73</cx:pt>
          <cx:pt idx="1638">1</cx:pt>
          <cx:pt idx="1639">51</cx:pt>
          <cx:pt idx="1640">64</cx:pt>
          <cx:pt idx="1641">65</cx:pt>
          <cx:pt idx="1642">51</cx:pt>
          <cx:pt idx="1643">55</cx:pt>
          <cx:pt idx="1644">17</cx:pt>
          <cx:pt idx="1645">67</cx:pt>
          <cx:pt idx="1646">53</cx:pt>
          <cx:pt idx="1647">57</cx:pt>
          <cx:pt idx="1648">63</cx:pt>
          <cx:pt idx="1649">76</cx:pt>
          <cx:pt idx="1650">69</cx:pt>
          <cx:pt idx="1651">64</cx:pt>
          <cx:pt idx="1652">74</cx:pt>
          <cx:pt idx="1653">74</cx:pt>
          <cx:pt idx="1654">58</cx:pt>
          <cx:pt idx="1655">64</cx:pt>
          <cx:pt idx="1656">84</cx:pt>
          <cx:pt idx="1657">48</cx:pt>
          <cx:pt idx="1658">66</cx:pt>
          <cx:pt idx="1659">74</cx:pt>
          <cx:pt idx="1660">68</cx:pt>
          <cx:pt idx="1661">72</cx:pt>
          <cx:pt idx="1662">46</cx:pt>
          <cx:pt idx="1663">69</cx:pt>
          <cx:pt idx="1664">78</cx:pt>
          <cx:pt idx="1665">80</cx:pt>
          <cx:pt idx="1666">75</cx:pt>
          <cx:pt idx="1667">74</cx:pt>
          <cx:pt idx="1668">82</cx:pt>
          <cx:pt idx="1669">85</cx:pt>
          <cx:pt idx="1670">70</cx:pt>
          <cx:pt idx="1671">72</cx:pt>
          <cx:pt idx="1672">50</cx:pt>
          <cx:pt idx="1673">78</cx:pt>
          <cx:pt idx="1674">86</cx:pt>
          <cx:pt idx="1675">79</cx:pt>
          <cx:pt idx="1676">64</cx:pt>
          <cx:pt idx="1677">0</cx:pt>
          <cx:pt idx="1678">63</cx:pt>
          <cx:pt idx="1679">70</cx:pt>
          <cx:pt idx="1680">71</cx:pt>
          <cx:pt idx="1681">65</cx:pt>
          <cx:pt idx="1682">69</cx:pt>
          <cx:pt idx="1683">54</cx:pt>
          <cx:pt idx="1684">65</cx:pt>
          <cx:pt idx="1685">64</cx:pt>
          <cx:pt idx="1686">80</cx:pt>
          <cx:pt idx="1687">75</cx:pt>
          <cx:pt idx="1688">66</cx:pt>
          <cx:pt idx="1689">51</cx:pt>
          <cx:pt idx="1690">55</cx:pt>
          <cx:pt idx="1691">60</cx:pt>
          <cx:pt idx="1692">0</cx:pt>
          <cx:pt idx="1693">65</cx:pt>
          <cx:pt idx="1694">81</cx:pt>
          <cx:pt idx="1695">72</cx:pt>
          <cx:pt idx="1696">68</cx:pt>
          <cx:pt idx="1697">73</cx:pt>
          <cx:pt idx="1698">0</cx:pt>
          <cx:pt idx="1699">60</cx:pt>
          <cx:pt idx="1700">62</cx:pt>
          <cx:pt idx="1701">66</cx:pt>
          <cx:pt idx="1702">71</cx:pt>
          <cx:pt idx="1703">59</cx:pt>
          <cx:pt idx="1704">77</cx:pt>
          <cx:pt idx="1705">71</cx:pt>
          <cx:pt idx="1706">76</cx:pt>
          <cx:pt idx="1707">69</cx:pt>
          <cx:pt idx="1708">1</cx:pt>
          <cx:pt idx="1709">1</cx:pt>
          <cx:pt idx="1710">76</cx:pt>
          <cx:pt idx="1711">59</cx:pt>
          <cx:pt idx="1712">57</cx:pt>
          <cx:pt idx="1713">1</cx:pt>
          <cx:pt idx="1714">46</cx:pt>
          <cx:pt idx="1715">69</cx:pt>
          <cx:pt idx="1716">80</cx:pt>
          <cx:pt idx="1717">85</cx:pt>
          <cx:pt idx="1718">65</cx:pt>
          <cx:pt idx="1719">80</cx:pt>
          <cx:pt idx="1720">80</cx:pt>
          <cx:pt idx="1721">64</cx:pt>
          <cx:pt idx="1722">59</cx:pt>
          <cx:pt idx="1723">79</cx:pt>
          <cx:pt idx="1724">79</cx:pt>
          <cx:pt idx="1725">63</cx:pt>
          <cx:pt idx="1726">73</cx:pt>
          <cx:pt idx="1727">60</cx:pt>
          <cx:pt idx="1728">74</cx:pt>
          <cx:pt idx="1729">79</cx:pt>
          <cx:pt idx="1730">48</cx:pt>
          <cx:pt idx="1731">58</cx:pt>
          <cx:pt idx="1732">61</cx:pt>
          <cx:pt idx="1733">54</cx:pt>
          <cx:pt idx="1734">0</cx:pt>
          <cx:pt idx="1735">73</cx:pt>
          <cx:pt idx="1736">73</cx:pt>
          <cx:pt idx="1737">69</cx:pt>
          <cx:pt idx="1738">43</cx:pt>
          <cx:pt idx="1739">82</cx:pt>
          <cx:pt idx="1740">63</cx:pt>
          <cx:pt idx="1741">72</cx:pt>
          <cx:pt idx="1742">58</cx:pt>
          <cx:pt idx="1743">0</cx:pt>
          <cx:pt idx="1744">62</cx:pt>
          <cx:pt idx="1745">71</cx:pt>
          <cx:pt idx="1746">53</cx:pt>
          <cx:pt idx="1747">76</cx:pt>
          <cx:pt idx="1748">53</cx:pt>
          <cx:pt idx="1749">69</cx:pt>
          <cx:pt idx="1750">72</cx:pt>
          <cx:pt idx="1751">51</cx:pt>
          <cx:pt idx="1752">70</cx:pt>
          <cx:pt idx="1753">67</cx:pt>
          <cx:pt idx="1754">65</cx:pt>
          <cx:pt idx="1755">59</cx:pt>
          <cx:pt idx="1756">1</cx:pt>
          <cx:pt idx="1757">64</cx:pt>
          <cx:pt idx="1758">41</cx:pt>
          <cx:pt idx="1759">0</cx:pt>
          <cx:pt idx="1760">63</cx:pt>
          <cx:pt idx="1761">59</cx:pt>
          <cx:pt idx="1762">63</cx:pt>
          <cx:pt idx="1763">62</cx:pt>
          <cx:pt idx="1764">64</cx:pt>
          <cx:pt idx="1765">63</cx:pt>
          <cx:pt idx="1766">81</cx:pt>
          <cx:pt idx="1767">35</cx:pt>
          <cx:pt idx="1768">0</cx:pt>
          <cx:pt idx="1769">72</cx:pt>
          <cx:pt idx="1770">27</cx:pt>
          <cx:pt idx="1771">64</cx:pt>
          <cx:pt idx="1772">70</cx:pt>
          <cx:pt idx="1773">67</cx:pt>
          <cx:pt idx="1774">57</cx:pt>
          <cx:pt idx="1775">58</cx:pt>
          <cx:pt idx="1776">63</cx:pt>
          <cx:pt idx="1777">2</cx:pt>
          <cx:pt idx="1778">0</cx:pt>
          <cx:pt idx="1779">75</cx:pt>
          <cx:pt idx="1780">82</cx:pt>
          <cx:pt idx="1781">72</cx:pt>
          <cx:pt idx="1782">0</cx:pt>
          <cx:pt idx="1783">64</cx:pt>
          <cx:pt idx="1784">63</cx:pt>
          <cx:pt idx="1785">80</cx:pt>
          <cx:pt idx="1786">64</cx:pt>
          <cx:pt idx="1787">57</cx:pt>
          <cx:pt idx="1788">86</cx:pt>
          <cx:pt idx="1789">58</cx:pt>
          <cx:pt idx="1790">66</cx:pt>
          <cx:pt idx="1791">66</cx:pt>
          <cx:pt idx="1792">6</cx:pt>
          <cx:pt idx="1793">49</cx:pt>
          <cx:pt idx="1794">48</cx:pt>
          <cx:pt idx="1795">75</cx:pt>
          <cx:pt idx="1796">77</cx:pt>
          <cx:pt idx="1797">57</cx:pt>
          <cx:pt idx="1798">61</cx:pt>
          <cx:pt idx="1799">67</cx:pt>
          <cx:pt idx="1800">0</cx:pt>
          <cx:pt idx="1801">40</cx:pt>
          <cx:pt idx="1802">0</cx:pt>
          <cx:pt idx="1803">2</cx:pt>
          <cx:pt idx="1804">57</cx:pt>
          <cx:pt idx="1805">63</cx:pt>
          <cx:pt idx="1806">76</cx:pt>
          <cx:pt idx="1807">59</cx:pt>
          <cx:pt idx="1808">69</cx:pt>
          <cx:pt idx="1809">78</cx:pt>
          <cx:pt idx="1810">66</cx:pt>
          <cx:pt idx="1811">79</cx:pt>
          <cx:pt idx="1812">82</cx:pt>
          <cx:pt idx="1813">0</cx:pt>
          <cx:pt idx="1814">75</cx:pt>
          <cx:pt idx="1815">63</cx:pt>
          <cx:pt idx="1816">1</cx:pt>
          <cx:pt idx="1817">69</cx:pt>
          <cx:pt idx="1818">71</cx:pt>
          <cx:pt idx="1819">0</cx:pt>
          <cx:pt idx="1820">59</cx:pt>
          <cx:pt idx="1821">76</cx:pt>
          <cx:pt idx="1822">62</cx:pt>
          <cx:pt idx="1823">61</cx:pt>
          <cx:pt idx="1824">1</cx:pt>
          <cx:pt idx="1825">77</cx:pt>
          <cx:pt idx="1826">70</cx:pt>
          <cx:pt idx="1827">69</cx:pt>
          <cx:pt idx="1828">77</cx:pt>
          <cx:pt idx="1829">82</cx:pt>
          <cx:pt idx="1830">74</cx:pt>
          <cx:pt idx="1831">54</cx:pt>
          <cx:pt idx="1832">61</cx:pt>
          <cx:pt idx="1833">64</cx:pt>
          <cx:pt idx="1834">0</cx:pt>
          <cx:pt idx="1835">60</cx:pt>
          <cx:pt idx="1836">57</cx:pt>
          <cx:pt idx="1837">70</cx:pt>
          <cx:pt idx="1838">53</cx:pt>
          <cx:pt idx="1839">80</cx:pt>
          <cx:pt idx="1840">74</cx:pt>
          <cx:pt idx="1841">55</cx:pt>
          <cx:pt idx="1842">37</cx:pt>
          <cx:pt idx="1843">73</cx:pt>
          <cx:pt idx="1844">66</cx:pt>
          <cx:pt idx="1845">72</cx:pt>
          <cx:pt idx="1846">83</cx:pt>
          <cx:pt idx="1847">67</cx:pt>
          <cx:pt idx="1848">68</cx:pt>
          <cx:pt idx="1849">69</cx:pt>
          <cx:pt idx="1850">72</cx:pt>
          <cx:pt idx="1851">46</cx:pt>
          <cx:pt idx="1852">65</cx:pt>
          <cx:pt idx="1853">60</cx:pt>
          <cx:pt idx="1854">68</cx:pt>
          <cx:pt idx="1855">74</cx:pt>
          <cx:pt idx="1856">65</cx:pt>
          <cx:pt idx="1857">71</cx:pt>
          <cx:pt idx="1858">57</cx:pt>
          <cx:pt idx="1859">53</cx:pt>
          <cx:pt idx="1860">67</cx:pt>
          <cx:pt idx="1861">72</cx:pt>
          <cx:pt idx="1862">42</cx:pt>
          <cx:pt idx="1863">70</cx:pt>
          <cx:pt idx="1864">72</cx:pt>
          <cx:pt idx="1865">60</cx:pt>
          <cx:pt idx="1866">77</cx:pt>
          <cx:pt idx="1867">44</cx:pt>
          <cx:pt idx="1868">54</cx:pt>
          <cx:pt idx="1869">0</cx:pt>
          <cx:pt idx="1870">65</cx:pt>
          <cx:pt idx="1871">76</cx:pt>
          <cx:pt idx="1872">66</cx:pt>
          <cx:pt idx="1873">71</cx:pt>
          <cx:pt idx="1874">84</cx:pt>
          <cx:pt idx="1875">65</cx:pt>
          <cx:pt idx="1876">52</cx:pt>
          <cx:pt idx="1877">66</cx:pt>
          <cx:pt idx="1878">77</cx:pt>
          <cx:pt idx="1879">62</cx:pt>
          <cx:pt idx="1880">78</cx:pt>
          <cx:pt idx="1881">0</cx:pt>
          <cx:pt idx="1882">48</cx:pt>
          <cx:pt idx="1883">64</cx:pt>
          <cx:pt idx="1884">65</cx:pt>
          <cx:pt idx="1885">64</cx:pt>
          <cx:pt idx="1886">36</cx:pt>
          <cx:pt idx="1887">57</cx:pt>
          <cx:pt idx="1888">70</cx:pt>
          <cx:pt idx="1889">87</cx:pt>
          <cx:pt idx="1890">77</cx:pt>
          <cx:pt idx="1891">77</cx:pt>
          <cx:pt idx="1892">70</cx:pt>
          <cx:pt idx="1893">78</cx:pt>
          <cx:pt idx="1894">76</cx:pt>
          <cx:pt idx="1895">49</cx:pt>
          <cx:pt idx="1896">34</cx:pt>
          <cx:pt idx="1897">75</cx:pt>
          <cx:pt idx="1898">61</cx:pt>
          <cx:pt idx="1899">75</cx:pt>
          <cx:pt idx="1900">62</cx:pt>
          <cx:pt idx="1901">70</cx:pt>
          <cx:pt idx="1902">54</cx:pt>
          <cx:pt idx="1903">47</cx:pt>
          <cx:pt idx="1904">79</cx:pt>
          <cx:pt idx="1905">0</cx:pt>
          <cx:pt idx="1906">77</cx:pt>
          <cx:pt idx="1907">66</cx:pt>
          <cx:pt idx="1908">57</cx:pt>
          <cx:pt idx="1909">74</cx:pt>
          <cx:pt idx="1910">70</cx:pt>
          <cx:pt idx="1911">81</cx:pt>
          <cx:pt idx="1912">69</cx:pt>
          <cx:pt idx="1913">81</cx:pt>
          <cx:pt idx="1914">0</cx:pt>
          <cx:pt idx="1915">79</cx:pt>
          <cx:pt idx="1916">69</cx:pt>
          <cx:pt idx="1917">70</cx:pt>
          <cx:pt idx="1918">55</cx:pt>
          <cx:pt idx="1919">1</cx:pt>
          <cx:pt idx="1920">61</cx:pt>
          <cx:pt idx="1921">55</cx:pt>
          <cx:pt idx="1922">69</cx:pt>
          <cx:pt idx="1923">73</cx:pt>
          <cx:pt idx="1924">64</cx:pt>
          <cx:pt idx="1925">63</cx:pt>
          <cx:pt idx="1926">69</cx:pt>
          <cx:pt idx="1927">70</cx:pt>
          <cx:pt idx="1928">1</cx:pt>
          <cx:pt idx="1929">64</cx:pt>
          <cx:pt idx="1930">56</cx:pt>
          <cx:pt idx="1931">65</cx:pt>
          <cx:pt idx="1932">77</cx:pt>
          <cx:pt idx="1933">0</cx:pt>
          <cx:pt idx="1934">59</cx:pt>
          <cx:pt idx="1935">53</cx:pt>
          <cx:pt idx="1936">69</cx:pt>
          <cx:pt idx="1937">35</cx:pt>
          <cx:pt idx="1938">75</cx:pt>
          <cx:pt idx="1939">78</cx:pt>
          <cx:pt idx="1940">69</cx:pt>
          <cx:pt idx="1941">77</cx:pt>
        </cx:lvl>
      </cx:numDim>
    </cx:data>
  </cx:chartData>
  <cx:chart>
    <cx:plotArea>
      <cx:plotAreaRegion>
        <cx:series layoutId="clusteredColumn" uniqueId="{A8D59C81-E9B9-43BA-AB33-A1010407692C}">
          <cx:spPr>
            <a:solidFill>
              <a:srgbClr val="00B050"/>
            </a:solidFill>
          </cx:spPr>
          <cx:dataLabels>
            <cx:visibility seriesName="0" categoryName="0" value="1"/>
          </cx:dataLabels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896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22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410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9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47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029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377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759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414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336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604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E6DF0-5D06-471D-B45F-5C864FE43FC1}" type="datetimeFigureOut">
              <a:rPr lang="en-GB" smtClean="0"/>
              <a:t>01/11/2022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B4CB-903D-4384-9387-C3AF4E18AE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8992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1B473-EF69-8A29-2A7B-4243C2BBF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4121" y="4171528"/>
            <a:ext cx="9163757" cy="450447"/>
          </a:xfrm>
        </p:spPr>
        <p:txBody>
          <a:bodyPr anchor="ctr">
            <a:normAutofit/>
          </a:bodyPr>
          <a:lstStyle/>
          <a:p>
            <a:r>
              <a:rPr lang="pl-PL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W</a:t>
            </a:r>
            <a:r>
              <a:rPr lang="en-GB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hat do we know about our </a:t>
            </a:r>
            <a:r>
              <a:rPr lang="en-GB" sz="2000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most popular </a:t>
            </a:r>
            <a:r>
              <a:rPr lang="pl-PL" sz="2000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music</a:t>
            </a:r>
            <a:r>
              <a:rPr lang="pl-PL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en-GB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content</a:t>
            </a:r>
            <a:r>
              <a:rPr lang="pl-PL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 in </a:t>
            </a:r>
            <a:r>
              <a:rPr lang="pl-PL" sz="2000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2000-2019</a:t>
            </a:r>
            <a:r>
              <a:rPr lang="en-GB" sz="2000" dirty="0">
                <a:solidFill>
                  <a:schemeClr val="tx2"/>
                </a:solidFill>
                <a:latin typeface="Arial Rounded MT Bold" panose="020F0704030504030204" pitchFamily="34" charset="0"/>
              </a:rPr>
              <a:t>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E1871A70-9CB6-9B2D-AD01-DF38B8A3A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241" y="932511"/>
            <a:ext cx="9455212" cy="283656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5978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640D-DD7B-59CB-39D0-D8B9B695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Top </a:t>
            </a:r>
            <a:r>
              <a:rPr lang="pl-PL" dirty="0" err="1">
                <a:latin typeface="Arial Rounded MT Bold" panose="020F0704030504030204" pitchFamily="34" charset="0"/>
              </a:rPr>
              <a:t>songs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summary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7C8C1-A196-4B1B-C145-59006DB17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sz="4000" dirty="0">
                <a:latin typeface="Arial Rounded MT Bold" panose="020F0704030504030204" pitchFamily="34" charset="0"/>
              </a:rPr>
              <a:t>Total </a:t>
            </a:r>
            <a:r>
              <a:rPr lang="pl-PL" sz="4000" dirty="0" err="1">
                <a:latin typeface="Arial Rounded MT Bold" panose="020F0704030504030204" pitchFamily="34" charset="0"/>
              </a:rPr>
              <a:t>number</a:t>
            </a:r>
            <a:r>
              <a:rPr lang="pl-PL" sz="4000" dirty="0">
                <a:latin typeface="Arial Rounded MT Bold" panose="020F0704030504030204" pitchFamily="34" charset="0"/>
              </a:rPr>
              <a:t> of </a:t>
            </a:r>
            <a:r>
              <a:rPr lang="pl-PL" sz="4000" dirty="0" err="1">
                <a:latin typeface="Arial Rounded MT Bold" panose="020F0704030504030204" pitchFamily="34" charset="0"/>
              </a:rPr>
              <a:t>songs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1942</a:t>
            </a:r>
          </a:p>
          <a:p>
            <a:pPr marL="0" indent="0">
              <a:buNone/>
            </a:pPr>
            <a:r>
              <a:rPr lang="pl-PL" sz="4000" dirty="0" err="1">
                <a:latin typeface="Arial Rounded MT Bold" panose="020F0704030504030204" pitchFamily="34" charset="0"/>
              </a:rPr>
              <a:t>Number</a:t>
            </a:r>
            <a:r>
              <a:rPr lang="pl-PL" sz="4000" dirty="0">
                <a:latin typeface="Arial Rounded MT Bold" panose="020F0704030504030204" pitchFamily="34" charset="0"/>
              </a:rPr>
              <a:t> of </a:t>
            </a:r>
            <a:r>
              <a:rPr lang="pl-PL" sz="4000" dirty="0" err="1">
                <a:latin typeface="Arial Rounded MT Bold" panose="020F0704030504030204" pitchFamily="34" charset="0"/>
              </a:rPr>
              <a:t>unique</a:t>
            </a:r>
            <a:r>
              <a:rPr lang="pl-PL" sz="4000" dirty="0">
                <a:latin typeface="Arial Rounded MT Bold" panose="020F0704030504030204" pitchFamily="34" charset="0"/>
              </a:rPr>
              <a:t> song </a:t>
            </a:r>
            <a:r>
              <a:rPr lang="pl-PL" sz="4000" dirty="0" err="1">
                <a:latin typeface="Arial Rounded MT Bold" panose="020F0704030504030204" pitchFamily="34" charset="0"/>
              </a:rPr>
              <a:t>titles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1874</a:t>
            </a:r>
            <a:endParaRPr lang="pl-PL" sz="4000" b="1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pl-PL" sz="4000" dirty="0">
                <a:latin typeface="Arial Rounded MT Bold" panose="020F0704030504030204" pitchFamily="34" charset="0"/>
              </a:rPr>
              <a:t>Total </a:t>
            </a:r>
            <a:r>
              <a:rPr lang="pl-PL" sz="4000" dirty="0" err="1">
                <a:latin typeface="Arial Rounded MT Bold" panose="020F0704030504030204" pitchFamily="34" charset="0"/>
              </a:rPr>
              <a:t>number</a:t>
            </a:r>
            <a:r>
              <a:rPr lang="pl-PL" sz="4000" dirty="0">
                <a:latin typeface="Arial Rounded MT Bold" panose="020F0704030504030204" pitchFamily="34" charset="0"/>
              </a:rPr>
              <a:t> of </a:t>
            </a:r>
            <a:r>
              <a:rPr lang="pl-PL" sz="4000" dirty="0" err="1">
                <a:latin typeface="Arial Rounded MT Bold" panose="020F0704030504030204" pitchFamily="34" charset="0"/>
              </a:rPr>
              <a:t>artists</a:t>
            </a:r>
            <a:r>
              <a:rPr lang="pl-PL" sz="4000" dirty="0">
                <a:latin typeface="Arial Rounded MT Bold" panose="020F0704030504030204" pitchFamily="34" charset="0"/>
              </a:rPr>
              <a:t>/</a:t>
            </a:r>
            <a:r>
              <a:rPr lang="pl-PL" sz="4000" dirty="0" err="1">
                <a:latin typeface="Arial Rounded MT Bold" panose="020F0704030504030204" pitchFamily="34" charset="0"/>
              </a:rPr>
              <a:t>bands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835</a:t>
            </a:r>
          </a:p>
          <a:p>
            <a:pPr marL="0" indent="0">
              <a:buNone/>
            </a:pPr>
            <a:r>
              <a:rPr lang="pl-PL" sz="4000" dirty="0" err="1">
                <a:latin typeface="Arial Rounded MT Bold" panose="020F0704030504030204" pitchFamily="34" charset="0"/>
              </a:rPr>
              <a:t>Average</a:t>
            </a:r>
            <a:r>
              <a:rPr lang="pl-PL" sz="4000" dirty="0">
                <a:latin typeface="Arial Rounded MT Bold" panose="020F0704030504030204" pitchFamily="34" charset="0"/>
              </a:rPr>
              <a:t> song </a:t>
            </a:r>
            <a:r>
              <a:rPr lang="pl-PL" sz="4000" dirty="0" err="1">
                <a:latin typeface="Arial Rounded MT Bold" panose="020F0704030504030204" pitchFamily="34" charset="0"/>
              </a:rPr>
              <a:t>duration</a:t>
            </a:r>
            <a:r>
              <a:rPr lang="pl-PL" sz="4000" dirty="0">
                <a:latin typeface="Arial Rounded MT Bold" panose="020F0704030504030204" pitchFamily="34" charset="0"/>
              </a:rPr>
              <a:t> in </a:t>
            </a:r>
            <a:r>
              <a:rPr lang="pl-PL" sz="4000" dirty="0" err="1">
                <a:latin typeface="Arial Rounded MT Bold" panose="020F0704030504030204" pitchFamily="34" charset="0"/>
              </a:rPr>
              <a:t>seconds</a:t>
            </a:r>
            <a:r>
              <a:rPr lang="pl-PL" sz="4000" dirty="0">
                <a:latin typeface="Arial Rounded MT Bold" panose="020F0704030504030204" pitchFamily="34" charset="0"/>
              </a:rPr>
              <a:t>: </a:t>
            </a:r>
            <a:r>
              <a:rPr lang="pl-PL" sz="4800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229</a:t>
            </a:r>
            <a:endParaRPr lang="en-GB" sz="4800" b="1" dirty="0">
              <a:solidFill>
                <a:srgbClr val="00B05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59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>
                <a:latin typeface="Arial Rounded MT Bold" panose="020F0704030504030204" pitchFamily="34" charset="0"/>
              </a:rPr>
              <a:t>How many </a:t>
            </a:r>
            <a:r>
              <a:rPr lang="en-GB" b="1" dirty="0">
                <a:solidFill>
                  <a:srgbClr val="00B050"/>
                </a:solidFill>
                <a:latin typeface="Arial Rounded MT Bold" panose="020F0704030504030204" pitchFamily="34" charset="0"/>
              </a:rPr>
              <a:t>songs</a:t>
            </a:r>
            <a:r>
              <a:rPr lang="en-GB" dirty="0">
                <a:latin typeface="Arial Rounded MT Bold" panose="020F0704030504030204" pitchFamily="34" charset="0"/>
              </a:rPr>
              <a:t> do the featured artists have?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B54D51C-B09C-4A88-80E7-4662B5399A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0360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dirty="0" err="1">
                <a:latin typeface="Arial Rounded MT Bold" panose="020F0704030504030204" pitchFamily="34" charset="0"/>
              </a:rPr>
              <a:t>Are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there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any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artist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or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bands</a:t>
            </a:r>
            <a:r>
              <a:rPr lang="pl-PL" dirty="0">
                <a:latin typeface="Arial Rounded MT Bold" panose="020F0704030504030204" pitchFamily="34" charset="0"/>
              </a:rPr>
              <a:t> from top 15, </a:t>
            </a:r>
            <a:r>
              <a:rPr lang="pl-PL" dirty="0" err="1">
                <a:latin typeface="Arial Rounded MT Bold" panose="020F0704030504030204" pitchFamily="34" charset="0"/>
              </a:rPr>
              <a:t>who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create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mostly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solidFill>
                  <a:srgbClr val="FF7C80"/>
                </a:solidFill>
                <a:latin typeface="Arial Rounded MT Bold" panose="020F0704030504030204" pitchFamily="34" charset="0"/>
              </a:rPr>
              <a:t>negative-tinged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songs</a:t>
            </a:r>
            <a:r>
              <a:rPr lang="pl-PL" dirty="0">
                <a:latin typeface="Arial Rounded MT Bold" panose="020F0704030504030204" pitchFamily="34" charset="0"/>
              </a:rPr>
              <a:t>?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F33A17-5816-4C66-8621-ADB3E93531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7624111"/>
              </p:ext>
            </p:extLst>
          </p:nvPr>
        </p:nvGraphicFramePr>
        <p:xfrm>
          <a:off x="1045029" y="2212133"/>
          <a:ext cx="9750489" cy="3964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447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>
                <a:latin typeface="Arial Rounded MT Bold" panose="020F0704030504030204" pitchFamily="34" charset="0"/>
              </a:rPr>
              <a:t>Are the songs on our list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really</a:t>
            </a:r>
            <a:r>
              <a:rPr lang="en-GB" dirty="0">
                <a:latin typeface="Arial Rounded MT Bold" panose="020F0704030504030204" pitchFamily="34" charset="0"/>
              </a:rPr>
              <a:t> popular?</a:t>
            </a:r>
            <a:r>
              <a:rPr lang="pl-PL" dirty="0">
                <a:latin typeface="Arial Rounded MT Bold" panose="020F0704030504030204" pitchFamily="34" charset="0"/>
              </a:rPr>
              <a:t> </a:t>
            </a:r>
            <a:endParaRPr lang="en-GB" dirty="0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1BCAD345-F57D-47C7-8A0E-D0DC28B92175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228012549"/>
                  </p:ext>
                </p:extLst>
              </p:nvPr>
            </p:nvGraphicFramePr>
            <p:xfrm>
              <a:off x="1367883" y="2097358"/>
              <a:ext cx="9103112" cy="3935452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1BCAD345-F57D-47C7-8A0E-D0DC28B921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7883" y="2097358"/>
                <a:ext cx="9103112" cy="39354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467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H</a:t>
            </a:r>
            <a:r>
              <a:rPr lang="en-GB" dirty="0">
                <a:latin typeface="Arial Rounded MT Bold" panose="020F0704030504030204" pitchFamily="34" charset="0"/>
              </a:rPr>
              <a:t>ow many songs published each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year</a:t>
            </a:r>
            <a:r>
              <a:rPr lang="en-GB" dirty="0">
                <a:latin typeface="Arial Rounded MT Bold" panose="020F0704030504030204" pitchFamily="34" charset="0"/>
              </a:rPr>
              <a:t>?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DB71087-B8F2-4857-88ED-08B782F802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8696065"/>
              </p:ext>
            </p:extLst>
          </p:nvPr>
        </p:nvGraphicFramePr>
        <p:xfrm>
          <a:off x="1331089" y="1638299"/>
          <a:ext cx="9583837" cy="4716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6150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D</a:t>
            </a:r>
            <a:r>
              <a:rPr lang="en-GB" dirty="0">
                <a:latin typeface="Arial Rounded MT Bold" panose="020F0704030504030204" pitchFamily="34" charset="0"/>
              </a:rPr>
              <a:t>o artists create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longer</a:t>
            </a:r>
            <a:r>
              <a:rPr lang="en-GB" dirty="0">
                <a:latin typeface="Arial Rounded MT Bold" panose="020F0704030504030204" pitchFamily="34" charset="0"/>
              </a:rPr>
              <a:t> </a:t>
            </a:r>
            <a:r>
              <a:rPr lang="pl-PL" dirty="0" err="1">
                <a:latin typeface="Arial Rounded MT Bold" panose="020F0704030504030204" pitchFamily="34" charset="0"/>
              </a:rPr>
              <a:t>songs</a:t>
            </a:r>
            <a:r>
              <a:rPr lang="en-GB" dirty="0">
                <a:latin typeface="Arial Rounded MT Bold" panose="020F0704030504030204" pitchFamily="34" charset="0"/>
              </a:rPr>
              <a:t> today</a:t>
            </a:r>
            <a:r>
              <a:rPr lang="pl-PL" dirty="0">
                <a:latin typeface="Arial Rounded MT Bold" panose="020F0704030504030204" pitchFamily="34" charset="0"/>
              </a:rPr>
              <a:t>?</a:t>
            </a:r>
            <a:endParaRPr lang="en-GB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F421E00-1B26-BE9C-ABE4-8063DF549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994719"/>
              </p:ext>
            </p:extLst>
          </p:nvPr>
        </p:nvGraphicFramePr>
        <p:xfrm>
          <a:off x="838200" y="1873582"/>
          <a:ext cx="10515600" cy="4399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463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D</a:t>
            </a:r>
            <a:r>
              <a:rPr lang="en-GB" dirty="0">
                <a:latin typeface="Arial Rounded MT Bold" panose="020F0704030504030204" pitchFamily="34" charset="0"/>
              </a:rPr>
              <a:t>o recently released songs have a faster </a:t>
            </a:r>
            <a:r>
              <a:rPr lang="pl-PL" dirty="0">
                <a:latin typeface="Arial Rounded MT Bold" panose="020F0704030504030204" pitchFamily="34" charset="0"/>
              </a:rPr>
              <a:t>tempo (BPM) in </a:t>
            </a:r>
            <a:r>
              <a:rPr lang="pl-PL" dirty="0" err="1">
                <a:latin typeface="Arial Rounded MT Bold" panose="020F0704030504030204" pitchFamily="34" charset="0"/>
              </a:rPr>
              <a:t>general</a:t>
            </a:r>
            <a:r>
              <a:rPr lang="en-GB" dirty="0">
                <a:latin typeface="Arial Rounded MT Bold" panose="020F0704030504030204" pitchFamily="34" charset="0"/>
              </a:rPr>
              <a:t> than years ago?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3E780A2-F792-44B4-8E1E-473F76870A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361888"/>
              </p:ext>
            </p:extLst>
          </p:nvPr>
        </p:nvGraphicFramePr>
        <p:xfrm>
          <a:off x="557850" y="1784194"/>
          <a:ext cx="10604521" cy="4489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796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l-PL" dirty="0">
                <a:latin typeface="Arial Rounded MT Bold" panose="020F0704030504030204" pitchFamily="34" charset="0"/>
              </a:rPr>
              <a:t>W</a:t>
            </a:r>
            <a:r>
              <a:rPr lang="en-GB" dirty="0">
                <a:latin typeface="Arial Rounded MT Bold" panose="020F0704030504030204" pitchFamily="34" charset="0"/>
              </a:rPr>
              <a:t>hat </a:t>
            </a:r>
            <a:r>
              <a:rPr lang="en-GB" dirty="0">
                <a:solidFill>
                  <a:srgbClr val="00B050"/>
                </a:solidFill>
                <a:latin typeface="Arial Rounded MT Bold" panose="020F0704030504030204" pitchFamily="34" charset="0"/>
              </a:rPr>
              <a:t>kind</a:t>
            </a:r>
            <a:r>
              <a:rPr lang="en-GB" dirty="0">
                <a:latin typeface="Arial Rounded MT Bold" panose="020F0704030504030204" pitchFamily="34" charset="0"/>
              </a:rPr>
              <a:t> of music is most popular among </a:t>
            </a:r>
            <a:r>
              <a:rPr lang="pl-PL" dirty="0">
                <a:latin typeface="Arial Rounded MT Bold" panose="020F0704030504030204" pitchFamily="34" charset="0"/>
              </a:rPr>
              <a:t>S</a:t>
            </a:r>
            <a:r>
              <a:rPr lang="en-GB" dirty="0" err="1">
                <a:latin typeface="Arial Rounded MT Bold" panose="020F0704030504030204" pitchFamily="34" charset="0"/>
              </a:rPr>
              <a:t>potify</a:t>
            </a:r>
            <a:r>
              <a:rPr lang="pl-PL" dirty="0">
                <a:latin typeface="Arial Rounded MT Bold" panose="020F0704030504030204" pitchFamily="34" charset="0"/>
              </a:rPr>
              <a:t>’s</a:t>
            </a:r>
            <a:r>
              <a:rPr lang="en-GB" dirty="0">
                <a:latin typeface="Arial Rounded MT Bold" panose="020F0704030504030204" pitchFamily="34" charset="0"/>
              </a:rPr>
              <a:t> listeners?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358CD56-D74D-4338-8012-94099C76D7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9099272"/>
              </p:ext>
            </p:extLst>
          </p:nvPr>
        </p:nvGraphicFramePr>
        <p:xfrm>
          <a:off x="978362" y="1633599"/>
          <a:ext cx="9045314" cy="47024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2973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95B2D-E3D3-AA57-01BF-2BA817205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l-PL" sz="3200" dirty="0">
                <a:latin typeface="Arial Rounded MT Bold" panose="020F0704030504030204" pitchFamily="34" charset="0"/>
              </a:rPr>
              <a:t>How </a:t>
            </a:r>
            <a:r>
              <a:rPr lang="pl-PL" sz="3200" dirty="0" err="1">
                <a:latin typeface="Arial Rounded MT Bold" panose="020F0704030504030204" pitchFamily="34" charset="0"/>
              </a:rPr>
              <a:t>many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songs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have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explicit</a:t>
            </a:r>
            <a:r>
              <a:rPr lang="pl-PL" sz="32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content</a:t>
            </a:r>
            <a:r>
              <a:rPr lang="pl-PL" sz="3200" dirty="0">
                <a:latin typeface="Arial Rounded MT Bold" panose="020F0704030504030204" pitchFamily="34" charset="0"/>
              </a:rPr>
              <a:t>?</a:t>
            </a:r>
            <a:br>
              <a:rPr lang="pl-PL" sz="3200" dirty="0">
                <a:latin typeface="Arial Rounded MT Bold" panose="020F0704030504030204" pitchFamily="34" charset="0"/>
              </a:rPr>
            </a:br>
            <a:r>
              <a:rPr lang="pl-PL" sz="3200" dirty="0" err="1">
                <a:latin typeface="Arial Rounded MT Bold" panose="020F0704030504030204" pitchFamily="34" charset="0"/>
              </a:rPr>
              <a:t>Is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number</a:t>
            </a:r>
            <a:r>
              <a:rPr lang="pl-PL" sz="3200" dirty="0">
                <a:latin typeface="Arial Rounded MT Bold" panose="020F0704030504030204" pitchFamily="34" charset="0"/>
              </a:rPr>
              <a:t> of </a:t>
            </a:r>
            <a:r>
              <a:rPr lang="pl-PL" sz="3200" dirty="0" err="1">
                <a:latin typeface="Arial Rounded MT Bold" panose="020F0704030504030204" pitchFamily="34" charset="0"/>
              </a:rPr>
              <a:t>songs</a:t>
            </a:r>
            <a:r>
              <a:rPr lang="pl-PL" sz="3200" dirty="0">
                <a:latin typeface="Arial Rounded MT Bold" panose="020F0704030504030204" pitchFamily="34" charset="0"/>
              </a:rPr>
              <a:t> with </a:t>
            </a:r>
            <a:r>
              <a:rPr lang="pl-PL" sz="3200" dirty="0" err="1">
                <a:latin typeface="Arial Rounded MT Bold" panose="020F0704030504030204" pitchFamily="34" charset="0"/>
              </a:rPr>
              <a:t>explicit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</a:rPr>
              <a:t>content</a:t>
            </a:r>
            <a:r>
              <a:rPr lang="pl-PL" sz="3200" dirty="0">
                <a:latin typeface="Arial Rounded MT Bold" panose="020F0704030504030204" pitchFamily="34" charset="0"/>
              </a:rPr>
              <a:t> </a:t>
            </a:r>
            <a:r>
              <a:rPr lang="pl-PL" sz="3200" dirty="0" err="1">
                <a:solidFill>
                  <a:srgbClr val="00B050"/>
                </a:solidFill>
                <a:latin typeface="Arial Rounded MT Bold" panose="020F0704030504030204" pitchFamily="34" charset="0"/>
              </a:rPr>
              <a:t>increasing</a:t>
            </a:r>
            <a:r>
              <a:rPr lang="pl-PL" sz="3200" dirty="0">
                <a:latin typeface="Arial Rounded MT Bold" panose="020F0704030504030204" pitchFamily="34" charset="0"/>
              </a:rPr>
              <a:t>?</a:t>
            </a:r>
            <a:endParaRPr lang="en-GB" sz="3200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74EBB81-2731-4472-8C54-B93507F919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306489"/>
              </p:ext>
            </p:extLst>
          </p:nvPr>
        </p:nvGraphicFramePr>
        <p:xfrm>
          <a:off x="447870" y="2612767"/>
          <a:ext cx="11439330" cy="37185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96A5FA9-653D-AA0D-8C32-69629D9CCC1D}"/>
              </a:ext>
            </a:extLst>
          </p:cNvPr>
          <p:cNvSpPr txBox="1"/>
          <p:nvPr/>
        </p:nvSpPr>
        <p:spPr>
          <a:xfrm>
            <a:off x="648184" y="1859340"/>
            <a:ext cx="10921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3200" dirty="0">
                <a:solidFill>
                  <a:srgbClr val="00B050"/>
                </a:solidFill>
                <a:latin typeface="Arial Rounded MT Bold" panose="020F0704030504030204" pitchFamily="34" charset="0"/>
                <a:ea typeface="+mj-ea"/>
                <a:cs typeface="+mj-cs"/>
              </a:rPr>
              <a:t>28% 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of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all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songs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in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our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list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have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explicit</a:t>
            </a:r>
            <a:r>
              <a:rPr lang="pl-PL" sz="3200" dirty="0">
                <a:latin typeface="Arial Rounded MT Bold" panose="020F0704030504030204" pitchFamily="34" charset="0"/>
                <a:ea typeface="+mj-ea"/>
                <a:cs typeface="+mj-cs"/>
              </a:rPr>
              <a:t> </a:t>
            </a:r>
            <a:r>
              <a:rPr lang="pl-PL" sz="3200" dirty="0" err="1">
                <a:latin typeface="Arial Rounded MT Bold" panose="020F0704030504030204" pitchFamily="34" charset="0"/>
                <a:ea typeface="+mj-ea"/>
                <a:cs typeface="+mj-cs"/>
              </a:rPr>
              <a:t>content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377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D90F-045B-01F5-DE54-6C82ED8A7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7078"/>
            <a:ext cx="10515600" cy="529988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pl-PL" sz="7200" dirty="0">
              <a:latin typeface="Arial Rounded MT Bold" panose="020F0704030504030204" pitchFamily="34" charset="0"/>
            </a:endParaRPr>
          </a:p>
          <a:p>
            <a:pPr marL="0" indent="0" algn="ctr">
              <a:buNone/>
            </a:pPr>
            <a:r>
              <a:rPr lang="pl-PL" sz="7200" dirty="0" err="1">
                <a:latin typeface="Arial Rounded MT Bold" panose="020F0704030504030204" pitchFamily="34" charset="0"/>
              </a:rPr>
              <a:t>Thank</a:t>
            </a:r>
            <a:r>
              <a:rPr lang="pl-PL" sz="7200" dirty="0">
                <a:latin typeface="Arial Rounded MT Bold" panose="020F0704030504030204" pitchFamily="34" charset="0"/>
              </a:rPr>
              <a:t> </a:t>
            </a:r>
            <a:r>
              <a:rPr lang="pl-PL" sz="7200" dirty="0" err="1">
                <a:latin typeface="Arial Rounded MT Bold" panose="020F0704030504030204" pitchFamily="34" charset="0"/>
              </a:rPr>
              <a:t>you</a:t>
            </a:r>
            <a:r>
              <a:rPr lang="pl-PL" sz="7200" dirty="0">
                <a:latin typeface="Arial Rounded MT Bold" panose="020F0704030504030204" pitchFamily="34" charset="0"/>
              </a:rPr>
              <a:t> for </a:t>
            </a:r>
            <a:r>
              <a:rPr lang="pl-PL" sz="7200" dirty="0" err="1">
                <a:latin typeface="Arial Rounded MT Bold" panose="020F0704030504030204" pitchFamily="34" charset="0"/>
              </a:rPr>
              <a:t>your</a:t>
            </a:r>
            <a:r>
              <a:rPr lang="pl-PL" sz="7200" dirty="0">
                <a:latin typeface="Arial Rounded MT Bold" panose="020F0704030504030204" pitchFamily="34" charset="0"/>
              </a:rPr>
              <a:t> </a:t>
            </a:r>
            <a:r>
              <a:rPr lang="pl-PL" sz="7200" dirty="0" err="1">
                <a:latin typeface="Arial Rounded MT Bold" panose="020F0704030504030204" pitchFamily="34" charset="0"/>
              </a:rPr>
              <a:t>attention</a:t>
            </a:r>
            <a:r>
              <a:rPr lang="pl-PL" sz="7200" dirty="0">
                <a:latin typeface="Arial Rounded MT Bold" panose="020F0704030504030204" pitchFamily="34" charset="0"/>
              </a:rPr>
              <a:t>!</a:t>
            </a:r>
            <a:endParaRPr lang="en-GB" sz="72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3696984-AB06-8940-B71D-9C5BCC064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3715" y="5204089"/>
            <a:ext cx="3241085" cy="97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1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205</Words>
  <Application>Microsoft Office PowerPoint</Application>
  <PresentationFormat>Widescreen</PresentationFormat>
  <Paragraphs>25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Top songs summary</vt:lpstr>
      <vt:lpstr>How many songs do the featured artists have?</vt:lpstr>
      <vt:lpstr>Are there any artist or bands from top 15, who create mostly negative-tinged songs?</vt:lpstr>
      <vt:lpstr>Are the songs on our list really popular? </vt:lpstr>
      <vt:lpstr>How many songs published each year?</vt:lpstr>
      <vt:lpstr>Do artists create longer songs today?</vt:lpstr>
      <vt:lpstr>Do recently released songs have a faster tempo (BPM) in general than years ago?</vt:lpstr>
      <vt:lpstr>What kind of music is most popular among Spotify’s listeners?</vt:lpstr>
      <vt:lpstr>How many songs have explicit content? Is number of songs with explicit content increasing?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Mateusz Łukaszuk</dc:creator>
  <cp:lastModifiedBy>Mateusz Łukaszuk</cp:lastModifiedBy>
  <cp:revision>1</cp:revision>
  <dcterms:created xsi:type="dcterms:W3CDTF">2022-11-01T16:38:01Z</dcterms:created>
  <dcterms:modified xsi:type="dcterms:W3CDTF">2022-11-01T17:19:42Z</dcterms:modified>
</cp:coreProperties>
</file>